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handoutMasterIdLst>
    <p:handoutMasterId r:id="rId23"/>
  </p:handoutMasterIdLst>
  <p:sldIdLst>
    <p:sldId id="309" r:id="rId5"/>
    <p:sldId id="257" r:id="rId6"/>
    <p:sldId id="1533" r:id="rId7"/>
    <p:sldId id="1535" r:id="rId8"/>
    <p:sldId id="259" r:id="rId9"/>
    <p:sldId id="1536" r:id="rId10"/>
    <p:sldId id="1537" r:id="rId11"/>
    <p:sldId id="1534" r:id="rId12"/>
    <p:sldId id="1538" r:id="rId13"/>
    <p:sldId id="1540" r:id="rId14"/>
    <p:sldId id="1541" r:id="rId15"/>
    <p:sldId id="1542" r:id="rId16"/>
    <p:sldId id="1543" r:id="rId17"/>
    <p:sldId id="1544" r:id="rId18"/>
    <p:sldId id="263" r:id="rId19"/>
    <p:sldId id="1545" r:id="rId20"/>
    <p:sldId id="154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4E4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28" autoAdjust="0"/>
    <p:restoredTop sz="94609" autoAdjust="0"/>
  </p:normalViewPr>
  <p:slideViewPr>
    <p:cSldViewPr snapToGrid="0">
      <p:cViewPr varScale="1">
        <p:scale>
          <a:sx n="78" d="100"/>
          <a:sy n="78" d="100"/>
        </p:scale>
        <p:origin x="1056" y="62"/>
      </p:cViewPr>
      <p:guideLst/>
    </p:cSldViewPr>
  </p:slideViewPr>
  <p:notesTextViewPr>
    <p:cViewPr>
      <p:scale>
        <a:sx n="3" d="2"/>
        <a:sy n="3" d="2"/>
      </p:scale>
      <p:origin x="0" y="0"/>
    </p:cViewPr>
  </p:notesTextViewPr>
  <p:sorterViewPr>
    <p:cViewPr>
      <p:scale>
        <a:sx n="100" d="100"/>
        <a:sy n="100" d="100"/>
      </p:scale>
      <p:origin x="0" y="-5544"/>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5/14/2025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5/13/2025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1761072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734BB06-11A9-19F1-38EA-6893478420A6}"/>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005A67C-1CD0-B1F9-21C1-57E206B86D94}"/>
              </a:ext>
            </a:extLst>
          </p:cNvPr>
          <p:cNvSpPr/>
          <p:nvPr userDrawn="1"/>
        </p:nvSpPr>
        <p:spPr>
          <a:xfrm rot="10800000" flipH="1">
            <a:off x="-18286" y="-3661"/>
            <a:ext cx="12191999" cy="6858000"/>
          </a:xfrm>
          <a:prstGeom prst="rect">
            <a:avLst/>
          </a:prstGeom>
          <a:gradFill>
            <a:gsLst>
              <a:gs pos="0">
                <a:srgbClr val="DA002F">
                  <a:alpha val="74902"/>
                </a:srgbClr>
              </a:gs>
              <a:gs pos="100000">
                <a:srgbClr val="D861D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A4BB17EE-ADDE-5CE0-C875-415D92A83250}"/>
              </a:ext>
            </a:extLst>
          </p:cNvPr>
          <p:cNvSpPr/>
          <p:nvPr userDrawn="1"/>
        </p:nvSpPr>
        <p:spPr>
          <a:xfrm rot="10800000">
            <a:off x="0" y="-3661"/>
            <a:ext cx="12191999" cy="6858000"/>
          </a:xfrm>
          <a:prstGeom prst="rect">
            <a:avLst/>
          </a:prstGeom>
          <a:gradFill>
            <a:gsLst>
              <a:gs pos="27000">
                <a:srgbClr val="DA002F">
                  <a:alpha val="49804"/>
                </a:srgbClr>
              </a:gs>
              <a:gs pos="100000">
                <a:srgbClr val="9B3597">
                  <a:alpha val="58824"/>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896FCD2-0275-E694-B137-36E6676BCFB9}"/>
              </a:ext>
            </a:extLst>
          </p:cNvPr>
          <p:cNvSpPr/>
          <p:nvPr userDrawn="1"/>
        </p:nvSpPr>
        <p:spPr>
          <a:xfrm rot="10800000" flipH="1">
            <a:off x="7590" y="-7322"/>
            <a:ext cx="6096001" cy="6868983"/>
          </a:xfrm>
          <a:prstGeom prst="rect">
            <a:avLst/>
          </a:prstGeom>
          <a:gradFill>
            <a:gsLst>
              <a:gs pos="24000">
                <a:srgbClr val="FE4A00">
                  <a:alpha val="0"/>
                </a:srgbClr>
              </a:gs>
              <a:gs pos="100000">
                <a:srgbClr val="FF9265">
                  <a:alpha val="6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27048" y="1106424"/>
            <a:ext cx="9144000" cy="2990088"/>
          </a:xfrm>
        </p:spPr>
        <p:txBody>
          <a:bodyPr anchor="ctr">
            <a:normAutofit/>
          </a:bodyPr>
          <a:lstStyle>
            <a:lvl1pPr algn="ctr">
              <a:lnSpc>
                <a:spcPct val="110000"/>
              </a:lnSpc>
              <a:defRPr sz="48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5367528"/>
            <a:ext cx="9144000" cy="1051560"/>
          </a:xfrm>
        </p:spPr>
        <p:txBody>
          <a:bodyPr anchor="ctr">
            <a:normAutofit/>
          </a:bodyPr>
          <a:lstStyle>
            <a:lvl1pPr marL="0" indent="0" algn="ctr">
              <a:buNone/>
              <a:defRPr sz="18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40A556-E819-4C0A-8C22-3EE4F023B6DF}"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112964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Lst>
          </p:cNvPr>
          <p:cNvSpPr/>
          <p:nvPr userDrawn="1"/>
        </p:nvSpPr>
        <p:spPr>
          <a:xfrm flipH="1" flipV="1">
            <a:off x="18287" y="-2522"/>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C1D8467A-A1B6-E7E6-CAD4-E63E0FE2CCCB}"/>
              </a:ext>
            </a:extLst>
          </p:cNvPr>
          <p:cNvSpPr/>
          <p:nvPr userDrawn="1"/>
        </p:nvSpPr>
        <p:spPr>
          <a:xfrm flipV="1">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2A9C06E7-BC9C-2F5F-5DD1-D04EB713C63D}"/>
              </a:ext>
            </a:extLst>
          </p:cNvPr>
          <p:cNvSpPr/>
          <p:nvPr userDrawn="1"/>
        </p:nvSpPr>
        <p:spPr>
          <a:xfrm rot="10800000" flipH="1" flipV="1">
            <a:off x="7226" y="-5045"/>
            <a:ext cx="12203060" cy="6863044"/>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985261F8-8CD8-F2E0-C386-BE6A16D95BFC}"/>
              </a:ext>
            </a:extLst>
          </p:cNvPr>
          <p:cNvSpPr/>
          <p:nvPr userDrawn="1"/>
        </p:nvSpPr>
        <p:spPr>
          <a:xfrm rot="16200000" flipH="1" flipV="1">
            <a:off x="3720946" y="-3713197"/>
            <a:ext cx="4549803" cy="12020592"/>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Oval 14">
            <a:extLst>
              <a:ext uri="{FF2B5EF4-FFF2-40B4-BE49-F238E27FC236}">
                <a16:creationId xmlns:a16="http://schemas.microsoft.com/office/drawing/2014/main" id="{D3D4A82C-6849-A88D-6D57-833E9A7481B9}"/>
              </a:ext>
            </a:extLst>
          </p:cNvPr>
          <p:cNvSpPr/>
          <p:nvPr userDrawn="1"/>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D55CA38-7F60-D664-4EC0-C54B60C02BCF}"/>
              </a:ext>
            </a:extLst>
          </p:cNvPr>
          <p:cNvSpPr/>
          <p:nvPr userDrawn="1"/>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anchor="b">
            <a:normAutofit/>
          </a:bodyPr>
          <a:lstStyle>
            <a:lvl1pPr algn="l">
              <a:lnSpc>
                <a:spcPct val="110000"/>
              </a:lnSpc>
              <a:defRPr sz="54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anchor="ctr">
            <a:normAutofit/>
          </a:bodyPr>
          <a:lstStyle>
            <a:lvl1pPr marL="0" indent="0" algn="l">
              <a:buNone/>
              <a:defRPr sz="18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40A556-E819-4C0A-8C22-3EE4F023B6DF}"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6110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F807D66C-11B9-8199-5D03-65887C199034}"/>
              </a:ext>
            </a:extLst>
          </p:cNvPr>
          <p:cNvSpPr/>
          <p:nvPr userDrawn="1"/>
        </p:nvSpPr>
        <p:spPr>
          <a:xfrm rot="10800000" flipH="1">
            <a:off x="0" y="-3"/>
            <a:ext cx="12191999" cy="6857998"/>
          </a:xfrm>
          <a:prstGeom prst="rect">
            <a:avLst/>
          </a:prstGeom>
          <a:gradFill>
            <a:gsLst>
              <a:gs pos="0">
                <a:srgbClr val="FE4A00">
                  <a:alpha val="89804"/>
                </a:srgbClr>
              </a:gs>
              <a:gs pos="100000">
                <a:srgbClr val="9325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CA0EB86-DB1D-74CA-061A-D78E6AFAD367}"/>
              </a:ext>
            </a:extLst>
          </p:cNvPr>
          <p:cNvSpPr/>
          <p:nvPr userDrawn="1"/>
        </p:nvSpPr>
        <p:spPr>
          <a:xfrm>
            <a:off x="547690" y="15276"/>
            <a:ext cx="11659830" cy="6858000"/>
          </a:xfrm>
          <a:prstGeom prst="rect">
            <a:avLst/>
          </a:prstGeom>
          <a:gradFill>
            <a:gsLst>
              <a:gs pos="0">
                <a:srgbClr val="FF411C">
                  <a:alpha val="20000"/>
                </a:srgbClr>
              </a:gs>
              <a:gs pos="100000">
                <a:srgbClr val="92248E">
                  <a:alpha val="0"/>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9FC0B9E-F40D-18FB-66EF-DC7550CB28E8}"/>
              </a:ext>
            </a:extLst>
          </p:cNvPr>
          <p:cNvSpPr/>
          <p:nvPr userDrawn="1"/>
        </p:nvSpPr>
        <p:spPr>
          <a:xfrm rot="10800000" flipH="1">
            <a:off x="4038601" y="20849"/>
            <a:ext cx="8153399" cy="6837143"/>
          </a:xfrm>
          <a:prstGeom prst="rect">
            <a:avLst/>
          </a:prstGeom>
          <a:gradFill>
            <a:gsLst>
              <a:gs pos="0">
                <a:srgbClr val="FF5076">
                  <a:alpha val="95686"/>
                </a:srgbClr>
              </a:gs>
              <a:gs pos="99000">
                <a:srgbClr val="DA002F">
                  <a:alpha val="0"/>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06F36D8C-4BC8-3F58-D8FC-9F94A0AC219B}"/>
              </a:ext>
            </a:extLst>
          </p:cNvPr>
          <p:cNvSpPr/>
          <p:nvPr userDrawn="1"/>
        </p:nvSpPr>
        <p:spPr>
          <a:xfrm rot="13988591">
            <a:off x="1203805" y="819638"/>
            <a:ext cx="5330585" cy="521872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rgbClr val="FF907A">
                  <a:alpha val="0"/>
                </a:srgbClr>
              </a:gs>
              <a:gs pos="85000">
                <a:srgbClr val="FFBCAF">
                  <a:alpha val="15686"/>
                </a:srgb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Rectangle 17">
            <a:extLst>
              <a:ext uri="{FF2B5EF4-FFF2-40B4-BE49-F238E27FC236}">
                <a16:creationId xmlns:a16="http://schemas.microsoft.com/office/drawing/2014/main" id="{9346D77F-F1B3-B6C0-81A5-AEBB0AC9F76A}"/>
              </a:ext>
            </a:extLst>
          </p:cNvPr>
          <p:cNvSpPr/>
          <p:nvPr userDrawn="1"/>
        </p:nvSpPr>
        <p:spPr>
          <a:xfrm rot="10800000" flipH="1">
            <a:off x="9143" y="23817"/>
            <a:ext cx="12173711" cy="4580109"/>
          </a:xfrm>
          <a:prstGeom prst="rect">
            <a:avLst/>
          </a:prstGeom>
          <a:gradFill>
            <a:gsLst>
              <a:gs pos="0">
                <a:srgbClr val="A3299D">
                  <a:alpha val="69804"/>
                </a:srgbClr>
              </a:gs>
              <a:gs pos="99000">
                <a:srgbClr val="FF7943">
                  <a:alpha val="26667"/>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94577CC-4600-FB3A-512C-CD2CD501264C}"/>
              </a:ext>
            </a:extLst>
          </p:cNvPr>
          <p:cNvSpPr/>
          <p:nvPr userDrawn="1"/>
        </p:nvSpPr>
        <p:spPr>
          <a:xfrm flipH="1">
            <a:off x="4076699" y="-8"/>
            <a:ext cx="8097013" cy="6858000"/>
          </a:xfrm>
          <a:prstGeom prst="rect">
            <a:avLst/>
          </a:prstGeom>
          <a:gradFill>
            <a:gsLst>
              <a:gs pos="0">
                <a:srgbClr val="FF7037">
                  <a:alpha val="38824"/>
                </a:srgbClr>
              </a:gs>
              <a:gs pos="44000">
                <a:srgbClr val="FF9265">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17136" y="996696"/>
            <a:ext cx="7004304" cy="3063240"/>
          </a:xfrm>
        </p:spPr>
        <p:txBody>
          <a:bodyPr anchor="b">
            <a:normAutofit/>
          </a:bodyPr>
          <a:lstStyle>
            <a:lvl1pPr algn="l">
              <a:lnSpc>
                <a:spcPct val="110000"/>
              </a:lnSpc>
              <a:defRPr sz="44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17136" y="5010912"/>
            <a:ext cx="6812280" cy="1426464"/>
          </a:xfrm>
        </p:spPr>
        <p:txBody>
          <a:bodyPr anchor="ctr">
            <a:normAutofit/>
          </a:bodyPr>
          <a:lstStyle>
            <a:lvl1pPr marL="0" indent="0" algn="l">
              <a:buNone/>
              <a:defRPr sz="1800" cap="all" spc="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40A556-E819-4C0A-8C22-3EE4F023B6DF}"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716622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935DF9-2435-FB81-8F32-C082D8D852F6}"/>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BD4867C-E693-F85D-C0AF-818505EAC1C5}"/>
              </a:ext>
            </a:extLst>
          </p:cNvPr>
          <p:cNvSpPr/>
          <p:nvPr userDrawn="1"/>
        </p:nvSpPr>
        <p:spPr>
          <a:xfrm flipH="1">
            <a:off x="8121728" y="0"/>
            <a:ext cx="4070268" cy="6858000"/>
          </a:xfrm>
          <a:prstGeom prst="rect">
            <a:avLst/>
          </a:prstGeom>
          <a:gradFill>
            <a:gsLst>
              <a:gs pos="0">
                <a:srgbClr val="FF907A"/>
              </a:gs>
              <a:gs pos="100000">
                <a:srgbClr val="DA002F">
                  <a:alpha val="80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6DC73DE-185D-A809-6E79-63FEDFFD990B}"/>
              </a:ext>
            </a:extLst>
          </p:cNvPr>
          <p:cNvSpPr/>
          <p:nvPr userDrawn="1"/>
        </p:nvSpPr>
        <p:spPr>
          <a:xfrm flipH="1">
            <a:off x="8121728" y="-25588"/>
            <a:ext cx="4070269" cy="4597587"/>
          </a:xfrm>
          <a:prstGeom prst="rect">
            <a:avLst/>
          </a:prstGeom>
          <a:gradFill>
            <a:gsLst>
              <a:gs pos="26000">
                <a:srgbClr val="FE4A00">
                  <a:alpha val="0"/>
                </a:srgbClr>
              </a:gs>
              <a:gs pos="100000">
                <a:srgbClr val="DA002F">
                  <a:alpha val="64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3A719B5-9FD6-B6C2-B783-BE5497A6EF09}"/>
              </a:ext>
            </a:extLst>
          </p:cNvPr>
          <p:cNvSpPr/>
          <p:nvPr userDrawn="1"/>
        </p:nvSpPr>
        <p:spPr>
          <a:xfrm rot="5400000" flipH="1">
            <a:off x="6434549" y="1693446"/>
            <a:ext cx="6858001" cy="3471101"/>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77183AA0-7414-7DE5-3010-C2623C3BE735}"/>
              </a:ext>
            </a:extLst>
          </p:cNvPr>
          <p:cNvSpPr/>
          <p:nvPr userDrawn="1"/>
        </p:nvSpPr>
        <p:spPr>
          <a:xfrm rot="12508972">
            <a:off x="6982942" y="1173159"/>
            <a:ext cx="4104515" cy="4894544"/>
          </a:xfrm>
          <a:custGeom>
            <a:avLst/>
            <a:gdLst>
              <a:gd name="connsiteX0" fmla="*/ 3695897 w 4104515"/>
              <a:gd name="connsiteY0" fmla="*/ 4592460 h 4894544"/>
              <a:gd name="connsiteX1" fmla="*/ 2502877 w 4104515"/>
              <a:gd name="connsiteY1" fmla="*/ 4894544 h 4894544"/>
              <a:gd name="connsiteX2" fmla="*/ 0 w 4104515"/>
              <a:gd name="connsiteY2" fmla="*/ 2391667 h 4894544"/>
              <a:gd name="connsiteX3" fmla="*/ 1758598 w 4104515"/>
              <a:gd name="connsiteY3" fmla="*/ 1314 h 4894544"/>
              <a:gd name="connsiteX4" fmla="*/ 1763709 w 4104515"/>
              <a:gd name="connsiteY4" fmla="*/ 0 h 4894544"/>
              <a:gd name="connsiteX5" fmla="*/ 4104515 w 4104515"/>
              <a:gd name="connsiteY5" fmla="*/ 4314305 h 4894544"/>
              <a:gd name="connsiteX6" fmla="*/ 4094939 w 4104515"/>
              <a:gd name="connsiteY6" fmla="*/ 4323009 h 4894544"/>
              <a:gd name="connsiteX7" fmla="*/ 3695897 w 4104515"/>
              <a:gd name="connsiteY7" fmla="*/ 4592460 h 489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4515" h="4894544">
                <a:moveTo>
                  <a:pt x="3695897" y="4592460"/>
                </a:moveTo>
                <a:cubicBezTo>
                  <a:pt x="3341256" y="4785113"/>
                  <a:pt x="2934846" y="4894544"/>
                  <a:pt x="2502877" y="4894544"/>
                </a:cubicBezTo>
                <a:cubicBezTo>
                  <a:pt x="1120576" y="4894544"/>
                  <a:pt x="0" y="3773968"/>
                  <a:pt x="0" y="2391667"/>
                </a:cubicBezTo>
                <a:cubicBezTo>
                  <a:pt x="0" y="1268547"/>
                  <a:pt x="739756" y="318207"/>
                  <a:pt x="1758598" y="1314"/>
                </a:cubicBezTo>
                <a:lnTo>
                  <a:pt x="1763709" y="0"/>
                </a:lnTo>
                <a:lnTo>
                  <a:pt x="4104515" y="4314305"/>
                </a:lnTo>
                <a:lnTo>
                  <a:pt x="4094939" y="4323009"/>
                </a:lnTo>
                <a:cubicBezTo>
                  <a:pt x="3971326" y="4425023"/>
                  <a:pt x="3837753" y="4515399"/>
                  <a:pt x="3695897" y="4592460"/>
                </a:cubicBezTo>
                <a:close/>
              </a:path>
            </a:pathLst>
          </a:custGeom>
          <a:gradFill>
            <a:gsLst>
              <a:gs pos="31000">
                <a:schemeClr val="accent6">
                  <a:alpha val="0"/>
                </a:schemeClr>
              </a:gs>
              <a:gs pos="85000">
                <a:schemeClr val="accent6">
                  <a:lumMod val="60000"/>
                  <a:lumOff val="40000"/>
                  <a:alpha val="9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6400800" cy="3419856"/>
          </a:xfrm>
        </p:spPr>
        <p:txBody>
          <a:bodyPr anchor="t">
            <a:normAutofit/>
          </a:bodyPr>
          <a:lstStyle>
            <a:lvl1pPr algn="l">
              <a:lnSpc>
                <a:spcPct val="110000"/>
              </a:lnSpc>
              <a:defRPr sz="4800" cap="all" spc="55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anchor="ctr">
            <a:normAutofit/>
          </a:bodyPr>
          <a:lstStyle>
            <a:lvl1pPr marL="0" indent="0" algn="l">
              <a:buNone/>
              <a:defRPr sz="18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8121724" y="6455664"/>
            <a:ext cx="3472868" cy="365760"/>
          </a:xfrm>
        </p:spPr>
        <p:txBody>
          <a:bodyPr/>
          <a:lstStyle/>
          <a:p>
            <a:fld id="{D13647E4-A40C-47B0-8F60-493CEFCF7B87}" type="datetime2">
              <a:rPr lang="en-US" smtClean="0"/>
              <a:pPr/>
              <a:t>Tuesday, May 13, 2025</a:t>
            </a:fld>
            <a:endParaRPr lang="en-US" dirty="0"/>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dirty="0"/>
              <a:t>Sample Footer Text</a:t>
            </a:r>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069745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1_Title 2">
    <p:bg>
      <p:bgRef idx="1001">
        <a:schemeClr val="bg1"/>
      </p:bgRef>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44B8E2B-A9B5-DCE0-5C06-E99F762397CB}"/>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A8C38FEA-146D-53B3-36B0-5CBD8040636E}"/>
              </a:ext>
            </a:extLst>
          </p:cNvPr>
          <p:cNvSpPr/>
          <p:nvPr userDrawn="1"/>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684D35E-A520-CA7A-97CB-6D815AB4CC5D}"/>
              </a:ext>
            </a:extLst>
          </p:cNvPr>
          <p:cNvSpPr/>
          <p:nvPr userDrawn="1"/>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85E890B-58C1-DD36-E90B-FFF0BE0CB5CB}"/>
              </a:ext>
            </a:extLst>
          </p:cNvPr>
          <p:cNvSpPr/>
          <p:nvPr userDrawn="1"/>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ABCD52CC-E8F2-3220-AE19-8A482DD1F236}"/>
              </a:ext>
            </a:extLst>
          </p:cNvPr>
          <p:cNvSpPr/>
          <p:nvPr userDrawn="1"/>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anchor="t">
            <a:normAutofit/>
          </a:bodyPr>
          <a:lstStyle>
            <a:lvl1pPr algn="l">
              <a:lnSpc>
                <a:spcPct val="110000"/>
              </a:lnSpc>
              <a:defRPr sz="4800" cap="all" spc="55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anchor="ctr">
            <a:normAutofit/>
          </a:bodyPr>
          <a:lstStyle>
            <a:lvl1pPr marL="0" indent="0" algn="l">
              <a:buNone/>
              <a:defRPr sz="18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dirty="0"/>
              <a:t>Sample Footer Text</a:t>
            </a:r>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1851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2_Title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F7CFA0-C3A1-5564-DD4B-90674874B08D}"/>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4E2F783-0ED7-1F0B-219A-198549E350DD}"/>
              </a:ext>
            </a:extLst>
          </p:cNvPr>
          <p:cNvSpPr/>
          <p:nvPr userDrawn="1"/>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2F09062-D41B-0E2E-C1C0-F27562ED9597}"/>
              </a:ext>
            </a:extLst>
          </p:cNvPr>
          <p:cNvSpPr/>
          <p:nvPr userDrawn="1"/>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BA6D366-64E2-13D3-2734-861E811E1F1A}"/>
              </a:ext>
            </a:extLst>
          </p:cNvPr>
          <p:cNvSpPr/>
          <p:nvPr userDrawn="1"/>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AE5B9BA8-AE27-B639-DB51-7E498FA9422B}"/>
              </a:ext>
            </a:extLst>
          </p:cNvPr>
          <p:cNvSpPr/>
          <p:nvPr userDrawn="1"/>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33272" y="585216"/>
            <a:ext cx="6556248" cy="3200400"/>
          </a:xfrm>
        </p:spPr>
        <p:txBody>
          <a:bodyPr anchor="b">
            <a:normAutofit/>
          </a:bodyPr>
          <a:lstStyle>
            <a:lvl1pPr algn="l">
              <a:lnSpc>
                <a:spcPct val="110000"/>
              </a:lnSpc>
              <a:defRPr sz="4800" cap="all" spc="550"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anchor="ctr">
            <a:normAutofit/>
          </a:bodyPr>
          <a:lstStyle>
            <a:lvl1pPr marL="0" indent="0" algn="l">
              <a:buNone/>
              <a:defRPr sz="18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55102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F3CE0C29-D9B0-E434-079F-9F0C40DF20EC}"/>
              </a:ext>
            </a:extLst>
          </p:cNvPr>
          <p:cNvSpPr/>
          <p:nvPr userDrawn="1"/>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F9F604E-FEFA-3809-8244-5B72EE7BB044}"/>
              </a:ext>
            </a:extLst>
          </p:cNvPr>
          <p:cNvSpPr/>
          <p:nvPr userDrawn="1"/>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0D18E261-930C-6A44-A568-9DD2A88D3526}"/>
              </a:ext>
            </a:extLst>
          </p:cNvPr>
          <p:cNvSpPr/>
          <p:nvPr userDrawn="1"/>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anchor="t">
            <a:normAutofit/>
          </a:bodyPr>
          <a:lstStyle>
            <a:lvl1pPr algn="l">
              <a:lnSpc>
                <a:spcPct val="110000"/>
              </a:lnSpc>
              <a:defRPr sz="32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anchor="ctr">
            <a:normAutofit/>
          </a:bodyPr>
          <a:lstStyle>
            <a:lvl1pPr marL="0" indent="0" algn="l">
              <a:buNone/>
              <a:defRPr sz="16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2866644" cy="365760"/>
          </a:xfrm>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461004" y="6455664"/>
            <a:ext cx="548640" cy="365760"/>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p:nvPr>
        </p:nvSpPr>
        <p:spPr>
          <a:xfrm>
            <a:off x="4076700" y="0"/>
            <a:ext cx="8115300" cy="6858000"/>
          </a:xfrm>
          <a:blipFill>
            <a:blip r:embed="rId2">
              <a:alphaModFix amt="85000"/>
              <a:extLst>
                <a:ext uri="{28A0092B-C50C-407E-A947-70E740481C1C}">
                  <a14:useLocalDpi xmlns:a14="http://schemas.microsoft.com/office/drawing/2010/main"/>
                </a:ext>
              </a:extLst>
            </a:blip>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Tree>
    <p:extLst>
      <p:ext uri="{BB962C8B-B14F-4D97-AF65-F5344CB8AC3E}">
        <p14:creationId xmlns:p14="http://schemas.microsoft.com/office/powerpoint/2010/main" val="1280157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150E36A-9884-F555-9DE7-29A5CD0DEEDD}"/>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A7CCDFE1-20C1-1A89-A376-C1D675D61478}"/>
              </a:ext>
            </a:extLst>
          </p:cNvPr>
          <p:cNvSpPr/>
          <p:nvPr userDrawn="1"/>
        </p:nvSpPr>
        <p:spPr>
          <a:xfrm flipH="1">
            <a:off x="8123336" y="-4"/>
            <a:ext cx="3611463" cy="6858000"/>
          </a:xfrm>
          <a:prstGeom prst="rect">
            <a:avLst/>
          </a:prstGeom>
          <a:gradFill>
            <a:gsLst>
              <a:gs pos="0">
                <a:srgbClr val="DA002F">
                  <a:alpha val="76863"/>
                </a:srgbClr>
              </a:gs>
              <a:gs pos="100000">
                <a:srgbClr val="D351CE">
                  <a:alpha val="51765"/>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C466C24-72A5-F282-661D-C3202619E5DB}"/>
              </a:ext>
            </a:extLst>
          </p:cNvPr>
          <p:cNvSpPr/>
          <p:nvPr userDrawn="1"/>
        </p:nvSpPr>
        <p:spPr>
          <a:xfrm flipH="1">
            <a:off x="8123585" y="-2"/>
            <a:ext cx="4078192" cy="6858000"/>
          </a:xfrm>
          <a:prstGeom prst="rect">
            <a:avLst/>
          </a:prstGeom>
          <a:gradFill>
            <a:gsLst>
              <a:gs pos="22000">
                <a:srgbClr val="93258E">
                  <a:alpha val="70000"/>
                </a:srgbClr>
              </a:gs>
              <a:gs pos="99000">
                <a:srgbClr val="FE4A00">
                  <a:alpha val="74902"/>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F4BEF6B-879E-5E03-195B-7B7E6B401F68}"/>
              </a:ext>
            </a:extLst>
          </p:cNvPr>
          <p:cNvSpPr/>
          <p:nvPr userDrawn="1"/>
        </p:nvSpPr>
        <p:spPr>
          <a:xfrm rot="5400000">
            <a:off x="8426853" y="-345671"/>
            <a:ext cx="3429002" cy="4120348"/>
          </a:xfrm>
          <a:prstGeom prst="rect">
            <a:avLst/>
          </a:prstGeom>
          <a:gradFill>
            <a:gsLst>
              <a:gs pos="0">
                <a:srgbClr val="DA002F">
                  <a:alpha val="25490"/>
                </a:srgbClr>
              </a:gs>
              <a:gs pos="49000">
                <a:srgbClr val="93258E">
                  <a:alpha val="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4709160" cy="3712464"/>
          </a:xfrm>
        </p:spPr>
        <p:txBody>
          <a:bodyPr anchor="t">
            <a:normAutofit/>
          </a:bodyPr>
          <a:lstStyle>
            <a:lvl1pPr algn="l">
              <a:lnSpc>
                <a:spcPct val="110000"/>
              </a:lnSpc>
              <a:defRPr sz="44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882896"/>
            <a:ext cx="5376672" cy="1664208"/>
          </a:xfrm>
        </p:spPr>
        <p:txBody>
          <a:bodyPr anchor="ctr">
            <a:normAutofit/>
          </a:bodyPr>
          <a:lstStyle>
            <a:lvl1pPr marL="0" indent="0" algn="l">
              <a:buNone/>
              <a:defRPr sz="16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9" name="Picture Placeholder 3">
            <a:extLst>
              <a:ext uri="{FF2B5EF4-FFF2-40B4-BE49-F238E27FC236}">
                <a16:creationId xmlns:a16="http://schemas.microsoft.com/office/drawing/2014/main" id="{AF2172B0-5F8C-B7F0-C446-DC4BEE8E6968}"/>
              </a:ext>
            </a:extLst>
          </p:cNvPr>
          <p:cNvSpPr>
            <a:spLocks noGrp="1"/>
          </p:cNvSpPr>
          <p:nvPr>
            <p:ph type="pic" sz="quarter" idx="13"/>
          </p:nvPr>
        </p:nvSpPr>
        <p:spPr>
          <a:xfrm>
            <a:off x="6095751" y="1012537"/>
            <a:ext cx="4756164" cy="4756162"/>
          </a:xfrm>
          <a:custGeom>
            <a:avLst/>
            <a:gdLst>
              <a:gd name="connsiteX0" fmla="*/ 2378082 w 4756164"/>
              <a:gd name="connsiteY0" fmla="*/ 0 h 4756162"/>
              <a:gd name="connsiteX1" fmla="*/ 4756164 w 4756164"/>
              <a:gd name="connsiteY1" fmla="*/ 2378081 h 4756162"/>
              <a:gd name="connsiteX2" fmla="*/ 2378082 w 4756164"/>
              <a:gd name="connsiteY2" fmla="*/ 4756162 h 4756162"/>
              <a:gd name="connsiteX3" fmla="*/ 0 w 4756164"/>
              <a:gd name="connsiteY3" fmla="*/ 2378081 h 4756162"/>
              <a:gd name="connsiteX4" fmla="*/ 2378082 w 4756164"/>
              <a:gd name="connsiteY4" fmla="*/ 0 h 4756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6164" h="4756162">
                <a:moveTo>
                  <a:pt x="2378082" y="0"/>
                </a:moveTo>
                <a:cubicBezTo>
                  <a:pt x="3691460" y="0"/>
                  <a:pt x="4756164" y="1064703"/>
                  <a:pt x="4756164" y="2378081"/>
                </a:cubicBezTo>
                <a:cubicBezTo>
                  <a:pt x="4756164" y="3691459"/>
                  <a:pt x="3691460" y="4756162"/>
                  <a:pt x="2378082" y="4756162"/>
                </a:cubicBezTo>
                <a:cubicBezTo>
                  <a:pt x="1064704" y="4756162"/>
                  <a:pt x="0" y="3691459"/>
                  <a:pt x="0" y="2378081"/>
                </a:cubicBezTo>
                <a:cubicBezTo>
                  <a:pt x="0" y="1064703"/>
                  <a:pt x="1064704" y="0"/>
                  <a:pt x="2378082" y="0"/>
                </a:cubicBezTo>
                <a:close/>
              </a:path>
            </a:pathLst>
          </a:custGeom>
          <a:blipFill>
            <a:blip r:embed="rId2">
              <a:alphaModFix amt="85000"/>
              <a:extLst>
                <a:ext uri="{28A0092B-C50C-407E-A947-70E740481C1C}">
                  <a14:useLocalDpi xmlns:a14="http://schemas.microsoft.com/office/drawing/2010/main"/>
                </a:ext>
              </a:extLst>
            </a:blip>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8121724" y="6455664"/>
            <a:ext cx="3472868" cy="365760"/>
          </a:xfrm>
        </p:spPr>
        <p:txBody>
          <a:bodyPr/>
          <a:lstStyle/>
          <a:p>
            <a:fld id="{D13647E4-A40C-47B0-8F60-493CEFCF7B87}" type="datetime2">
              <a:rPr lang="en-US" smtClean="0"/>
              <a:pPr/>
              <a:t>Tuesday, May 13, 2025</a:t>
            </a:fld>
            <a:endParaRPr lang="en-US" dirty="0"/>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dirty="0"/>
              <a:t>Sample Footer Text</a:t>
            </a:r>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84377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46F7EB3-1AD7-1F11-741F-B9FD7722B3AD}"/>
              </a:ext>
            </a:extLst>
          </p:cNvPr>
          <p:cNvSpPr/>
          <p:nvPr userDrawn="1"/>
        </p:nvSpPr>
        <p:spPr>
          <a:xfrm rot="10800000" flipH="1">
            <a:off x="0" y="0"/>
            <a:ext cx="12192000" cy="6858000"/>
          </a:xfrm>
          <a:prstGeom prst="rect">
            <a:avLst/>
          </a:prstGeom>
          <a:gradFill>
            <a:gsLst>
              <a:gs pos="0">
                <a:srgbClr val="FF6757"/>
              </a:gs>
              <a:gs pos="100000">
                <a:srgbClr val="A3299D"/>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797CB0A0-2948-16CB-AC93-8B113510C798}"/>
              </a:ext>
            </a:extLst>
          </p:cNvPr>
          <p:cNvSpPr/>
          <p:nvPr userDrawn="1"/>
        </p:nvSpPr>
        <p:spPr>
          <a:xfrm rot="10800000">
            <a:off x="0" y="2"/>
            <a:ext cx="12192000" cy="6857998"/>
          </a:xfrm>
          <a:prstGeom prst="rect">
            <a:avLst/>
          </a:prstGeom>
          <a:gradFill>
            <a:gsLst>
              <a:gs pos="0">
                <a:srgbClr val="FF763F">
                  <a:alpha val="44706"/>
                </a:srgbClr>
              </a:gs>
              <a:gs pos="91000">
                <a:srgbClr val="9B3597">
                  <a:alpha val="88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B56A0C9-C45F-7C70-E9AC-CF62576024C9}"/>
              </a:ext>
            </a:extLst>
          </p:cNvPr>
          <p:cNvSpPr/>
          <p:nvPr userDrawn="1"/>
        </p:nvSpPr>
        <p:spPr>
          <a:xfrm rot="10800000" flipH="1">
            <a:off x="6096602" y="-8364"/>
            <a:ext cx="6077111" cy="6798528"/>
          </a:xfrm>
          <a:prstGeom prst="rect">
            <a:avLst/>
          </a:prstGeom>
          <a:gradFill>
            <a:gsLst>
              <a:gs pos="25000">
                <a:srgbClr val="FF6753">
                  <a:alpha val="0"/>
                </a:srgbClr>
              </a:gs>
              <a:gs pos="100000">
                <a:srgbClr val="EA0032">
                  <a:alpha val="41961"/>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0A50DBA-3FC7-4B72-E90F-9489D6D5BC6D}"/>
              </a:ext>
            </a:extLst>
          </p:cNvPr>
          <p:cNvSpPr/>
          <p:nvPr userDrawn="1"/>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7000">
                <a:srgbClr val="FF907A">
                  <a:alpha val="3000"/>
                </a:srgbClr>
              </a:gs>
              <a:gs pos="100000">
                <a:srgbClr val="FFFFFF">
                  <a:alpha val="15000"/>
                </a:srgb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6384" y="484632"/>
            <a:ext cx="10616184" cy="1527048"/>
          </a:xfrm>
        </p:spPr>
        <p:txBody>
          <a:bodyPr anchor="b">
            <a:normAutofit/>
          </a:bodyPr>
          <a:lstStyle>
            <a:lvl1pPr algn="ctr">
              <a:lnSpc>
                <a:spcPct val="110000"/>
              </a:lnSpc>
              <a:defRPr sz="36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2176272"/>
            <a:ext cx="9144000" cy="612648"/>
          </a:xfrm>
        </p:spPr>
        <p:txBody>
          <a:bodyPr anchor="t">
            <a:normAutofit/>
          </a:bodyPr>
          <a:lstStyle>
            <a:lvl1pPr marL="0" indent="0" algn="ctr">
              <a:buNone/>
              <a:defRPr sz="16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5" name="Picture Placeholder 22">
            <a:extLst>
              <a:ext uri="{FF2B5EF4-FFF2-40B4-BE49-F238E27FC236}">
                <a16:creationId xmlns:a16="http://schemas.microsoft.com/office/drawing/2014/main" id="{4ED30C44-E6E6-9E1B-A67B-B5D167F90851}"/>
              </a:ext>
            </a:extLst>
          </p:cNvPr>
          <p:cNvSpPr>
            <a:spLocks noGrp="1"/>
          </p:cNvSpPr>
          <p:nvPr>
            <p:ph type="pic" sz="quarter" idx="13"/>
          </p:nvPr>
        </p:nvSpPr>
        <p:spPr>
          <a:xfrm>
            <a:off x="2343302" y="3351746"/>
            <a:ext cx="7519558" cy="3506255"/>
          </a:xfrm>
          <a:custGeom>
            <a:avLst/>
            <a:gdLst>
              <a:gd name="connsiteX0" fmla="*/ 3759779 w 7519558"/>
              <a:gd name="connsiteY0" fmla="*/ 0 h 3506255"/>
              <a:gd name="connsiteX1" fmla="*/ 7513560 w 7519558"/>
              <a:gd name="connsiteY1" fmla="*/ 3387468 h 3506255"/>
              <a:gd name="connsiteX2" fmla="*/ 7519558 w 7519558"/>
              <a:gd name="connsiteY2" fmla="*/ 3506255 h 3506255"/>
              <a:gd name="connsiteX3" fmla="*/ 0 w 7519558"/>
              <a:gd name="connsiteY3" fmla="*/ 3506255 h 3506255"/>
              <a:gd name="connsiteX4" fmla="*/ 5998 w 7519558"/>
              <a:gd name="connsiteY4" fmla="*/ 3387468 h 3506255"/>
              <a:gd name="connsiteX5" fmla="*/ 3759779 w 7519558"/>
              <a:gd name="connsiteY5" fmla="*/ 0 h 3506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a:blipFill>
            <a:blip r:embed="rId2">
              <a:alphaModFix amt="85000"/>
              <a:extLst>
                <a:ext uri="{28A0092B-C50C-407E-A947-70E740481C1C}">
                  <a14:useLocalDpi xmlns:a14="http://schemas.microsoft.com/office/drawing/2010/main"/>
                </a:ext>
              </a:extLst>
            </a:blip>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8121724" y="86868"/>
            <a:ext cx="3472868" cy="365760"/>
          </a:xfrm>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dirty="0"/>
              <a:t>Sample Footer Text</a:t>
            </a:r>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11576304" y="86868"/>
            <a:ext cx="548640" cy="365760"/>
          </a:xfr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099685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A2EF993-7F0D-4ECF-FD85-4AAFAAAF91C6}"/>
              </a:ext>
            </a:extLst>
          </p:cNvPr>
          <p:cNvSpPr/>
          <p:nvPr userDrawn="1"/>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Rectangle 5">
            <a:extLst>
              <a:ext uri="{FF2B5EF4-FFF2-40B4-BE49-F238E27FC236}">
                <a16:creationId xmlns:a16="http://schemas.microsoft.com/office/drawing/2014/main" id="{C6D141E1-516D-D7D9-7CAC-EBABCB077CDD}"/>
              </a:ext>
            </a:extLst>
          </p:cNvPr>
          <p:cNvSpPr/>
          <p:nvPr userDrawn="1"/>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Freeform: Shape 10">
            <a:extLst>
              <a:ext uri="{FF2B5EF4-FFF2-40B4-BE49-F238E27FC236}">
                <a16:creationId xmlns:a16="http://schemas.microsoft.com/office/drawing/2014/main" id="{D973ECF1-2707-D092-89EA-AC6D4B79E56F}"/>
              </a:ext>
            </a:extLst>
          </p:cNvPr>
          <p:cNvSpPr/>
          <p:nvPr userDrawn="1"/>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Rectangle 14">
            <a:extLst>
              <a:ext uri="{FF2B5EF4-FFF2-40B4-BE49-F238E27FC236}">
                <a16:creationId xmlns:a16="http://schemas.microsoft.com/office/drawing/2014/main" id="{F09FDFDA-46A6-DCC7-FA34-612FC4BF8109}"/>
              </a:ext>
            </a:extLst>
          </p:cNvPr>
          <p:cNvSpPr/>
          <p:nvPr userDrawn="1"/>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anchor="b">
            <a:noAutofit/>
          </a:bodyPr>
          <a:lstStyle>
            <a:lvl1pPr algn="l">
              <a:lnSpc>
                <a:spcPct val="110000"/>
              </a:lnSpc>
              <a:defRPr sz="40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anchor="t">
            <a:normAutofit/>
          </a:bodyPr>
          <a:lstStyle>
            <a:lvl1pPr marL="0" indent="0" algn="l">
              <a:buNone/>
              <a:defRPr sz="1600" cap="all" spc="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p:txBody>
          <a:bodyPr/>
          <a:lstStyle>
            <a:lvl1pPr>
              <a:defRPr>
                <a:effectLst>
                  <a:outerShdw blurRad="38100" dist="38100" dir="2700000" algn="tl">
                    <a:srgbClr val="000000">
                      <a:alpha val="43137"/>
                    </a:srgbClr>
                  </a:outerShdw>
                </a:effectLst>
              </a:defRPr>
            </a:lvl1pPr>
          </a:lstStyle>
          <a:p>
            <a:r>
              <a:rPr lang="en-US" dirty="0"/>
              <a:t>Sample Footer Text</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p:nvPr>
        </p:nvSpPr>
        <p:spPr>
          <a:xfrm>
            <a:off x="0" y="0"/>
            <a:ext cx="12192000" cy="4572000"/>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19273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FA13483-A24C-97DB-1FAB-B1EE383D6793}"/>
              </a:ext>
            </a:extLst>
          </p:cNvPr>
          <p:cNvSpPr/>
          <p:nvPr userDrawn="1"/>
        </p:nvSpPr>
        <p:spPr>
          <a:xfrm>
            <a:off x="5067300" y="-429"/>
            <a:ext cx="7142987" cy="6857571"/>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30CBF15A-228E-7325-6D7D-982EA5375DC4}"/>
              </a:ext>
            </a:extLst>
          </p:cNvPr>
          <p:cNvSpPr/>
          <p:nvPr userDrawn="1"/>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EBBC545E-CFDF-A40B-046E-AEC9E529B81C}"/>
              </a:ext>
            </a:extLst>
          </p:cNvPr>
          <p:cNvSpPr/>
          <p:nvPr userDrawn="1"/>
        </p:nvSpPr>
        <p:spPr>
          <a:xfrm rot="10800000">
            <a:off x="5067300" y="4572000"/>
            <a:ext cx="7158340"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Oval 14">
            <a:extLst>
              <a:ext uri="{FF2B5EF4-FFF2-40B4-BE49-F238E27FC236}">
                <a16:creationId xmlns:a16="http://schemas.microsoft.com/office/drawing/2014/main" id="{B90503D3-D62B-0038-E24C-05C4B676AF66}"/>
              </a:ext>
            </a:extLst>
          </p:cNvPr>
          <p:cNvSpPr/>
          <p:nvPr userDrawn="1"/>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694944"/>
            <a:ext cx="5513832" cy="2889504"/>
          </a:xfrm>
        </p:spPr>
        <p:txBody>
          <a:bodyPr anchor="t">
            <a:normAutofit/>
          </a:bodyPr>
          <a:lstStyle>
            <a:lvl1pPr algn="l">
              <a:lnSpc>
                <a:spcPct val="110000"/>
              </a:lnSpc>
              <a:defRPr sz="36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anchor="ctr">
            <a:normAutofit/>
          </a:bodyPr>
          <a:lstStyle>
            <a:lvl1pPr marL="0" indent="0" algn="l">
              <a:buNone/>
              <a:defRPr sz="1800" cap="all" spc="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p:nvPr>
        </p:nvSpPr>
        <p:spPr>
          <a:xfrm>
            <a:off x="0" y="0"/>
            <a:ext cx="5067300" cy="6858000"/>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40A556-E819-4C0A-8C22-3EE4F023B6DF}"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46608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3783B40-3F60-06A1-A3B4-DC42874CA39B}"/>
              </a:ext>
            </a:extLst>
          </p:cNvPr>
          <p:cNvSpPr/>
          <p:nvPr userDrawn="1"/>
        </p:nvSpPr>
        <p:spPr>
          <a:xfrm>
            <a:off x="4075158" y="0"/>
            <a:ext cx="8116842" cy="6858000"/>
          </a:xfrm>
          <a:prstGeom prst="rect">
            <a:avLst/>
          </a:prstGeom>
          <a:gradFill>
            <a:gsLst>
              <a:gs pos="0">
                <a:srgbClr val="FF411C">
                  <a:alpha val="72941"/>
                </a:srgbClr>
              </a:gs>
              <a:gs pos="100000">
                <a:srgbClr val="92248E"/>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C857AA2-76DC-82E4-F3DD-3F52F8AEDD2B}"/>
              </a:ext>
            </a:extLst>
          </p:cNvPr>
          <p:cNvSpPr/>
          <p:nvPr userDrawn="1"/>
        </p:nvSpPr>
        <p:spPr>
          <a:xfrm>
            <a:off x="4075158" y="39884"/>
            <a:ext cx="8116842" cy="6818116"/>
          </a:xfrm>
          <a:prstGeom prst="rect">
            <a:avLst/>
          </a:prstGeom>
          <a:gradFill>
            <a:gsLst>
              <a:gs pos="18000">
                <a:srgbClr val="DA002F">
                  <a:alpha val="0"/>
                </a:srgbClr>
              </a:gs>
              <a:gs pos="98000">
                <a:srgbClr val="DA002F">
                  <a:alpha val="56863"/>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B2F4F0B-B940-67EC-5160-96E04DE554D4}"/>
              </a:ext>
            </a:extLst>
          </p:cNvPr>
          <p:cNvSpPr/>
          <p:nvPr userDrawn="1"/>
        </p:nvSpPr>
        <p:spPr>
          <a:xfrm rot="10800000">
            <a:off x="4096492" y="4571997"/>
            <a:ext cx="8095508" cy="2286002"/>
          </a:xfrm>
          <a:prstGeom prst="rect">
            <a:avLst/>
          </a:prstGeom>
          <a:gradFill>
            <a:gsLst>
              <a:gs pos="0">
                <a:srgbClr val="FF6C4F">
                  <a:alpha val="57647"/>
                </a:srgbClr>
              </a:gs>
              <a:gs pos="100000">
                <a:srgbClr val="FF523B">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BF7CCEA1-8F68-6184-F200-038BEAA5980A}"/>
              </a:ext>
            </a:extLst>
          </p:cNvPr>
          <p:cNvSpPr/>
          <p:nvPr userDrawn="1"/>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700016" y="868680"/>
            <a:ext cx="6501384" cy="3172968"/>
          </a:xfrm>
        </p:spPr>
        <p:txBody>
          <a:bodyPr anchor="b">
            <a:normAutofit/>
          </a:bodyPr>
          <a:lstStyle>
            <a:lvl1pPr algn="l">
              <a:lnSpc>
                <a:spcPct val="110000"/>
              </a:lnSpc>
              <a:defRPr sz="44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00016" y="4974336"/>
            <a:ext cx="6501384" cy="1481328"/>
          </a:xfrm>
        </p:spPr>
        <p:txBody>
          <a:bodyPr anchor="ctr">
            <a:normAutofit/>
          </a:bodyPr>
          <a:lstStyle>
            <a:lvl1pPr marL="0" indent="0" algn="l">
              <a:buNone/>
              <a:defRPr sz="1800" cap="all" spc="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p:nvPr>
        </p:nvSpPr>
        <p:spPr>
          <a:xfrm>
            <a:off x="0" y="0"/>
            <a:ext cx="4078224" cy="6858000"/>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40A556-E819-4C0A-8C22-3EE4F023B6DF}"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623493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D11B207-C43F-A096-541F-342F750D8D2F}"/>
              </a:ext>
            </a:extLst>
          </p:cNvPr>
          <p:cNvSpPr/>
          <p:nvPr userDrawn="1"/>
        </p:nvSpPr>
        <p:spPr>
          <a:xfrm>
            <a:off x="1609" y="0"/>
            <a:ext cx="8116842" cy="6858000"/>
          </a:xfrm>
          <a:prstGeom prst="rect">
            <a:avLst/>
          </a:prstGeom>
          <a:gradFill>
            <a:gsLst>
              <a:gs pos="0">
                <a:srgbClr val="FF6647"/>
              </a:gs>
              <a:gs pos="100000">
                <a:srgbClr val="92248E"/>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FFA5D75-9B39-DA35-B84E-2C620AE606AD}"/>
              </a:ext>
            </a:extLst>
          </p:cNvPr>
          <p:cNvSpPr/>
          <p:nvPr userDrawn="1"/>
        </p:nvSpPr>
        <p:spPr>
          <a:xfrm>
            <a:off x="400091" y="0"/>
            <a:ext cx="7718360" cy="6858000"/>
          </a:xfrm>
          <a:prstGeom prst="rect">
            <a:avLst/>
          </a:prstGeom>
          <a:gradFill>
            <a:gsLst>
              <a:gs pos="18000">
                <a:srgbClr val="DA002F">
                  <a:alpha val="0"/>
                </a:srgbClr>
              </a:gs>
              <a:gs pos="98000">
                <a:srgbClr val="DA002F">
                  <a:alpha val="56863"/>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80EFF59E-8B13-02EB-0A24-F0EB09E8533C}"/>
              </a:ext>
            </a:extLst>
          </p:cNvPr>
          <p:cNvSpPr/>
          <p:nvPr userDrawn="1"/>
        </p:nvSpPr>
        <p:spPr>
          <a:xfrm rot="15505285">
            <a:off x="2302968" y="12369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4268046-B098-84E6-7C3A-BC72928D20FB}"/>
              </a:ext>
            </a:extLst>
          </p:cNvPr>
          <p:cNvSpPr/>
          <p:nvPr userDrawn="1"/>
        </p:nvSpPr>
        <p:spPr>
          <a:xfrm rot="10800000">
            <a:off x="-1309" y="4571997"/>
            <a:ext cx="8119760" cy="2286002"/>
          </a:xfrm>
          <a:prstGeom prst="rect">
            <a:avLst/>
          </a:prstGeom>
          <a:gradFill>
            <a:gsLst>
              <a:gs pos="0">
                <a:srgbClr val="BD032B">
                  <a:alpha val="43000"/>
                </a:srgbClr>
              </a:gs>
              <a:gs pos="100000">
                <a:srgbClr val="FF523B">
                  <a:alpha val="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30936"/>
            <a:ext cx="6501384" cy="3172968"/>
          </a:xfrm>
        </p:spPr>
        <p:txBody>
          <a:bodyPr anchor="t">
            <a:normAutofit/>
          </a:bodyPr>
          <a:lstStyle>
            <a:lvl1pPr algn="l">
              <a:lnSpc>
                <a:spcPct val="110000"/>
              </a:lnSpc>
              <a:defRPr sz="44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6656832" cy="1481328"/>
          </a:xfrm>
        </p:spPr>
        <p:txBody>
          <a:bodyPr anchor="ctr">
            <a:normAutofit/>
          </a:bodyPr>
          <a:lstStyle>
            <a:lvl1pPr marL="0" indent="0" algn="l">
              <a:buNone/>
              <a:defRPr sz="1800" cap="all" spc="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p:nvPr>
        </p:nvSpPr>
        <p:spPr>
          <a:xfrm>
            <a:off x="8119872" y="0"/>
            <a:ext cx="4078224" cy="6858000"/>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185416" y="6455664"/>
            <a:ext cx="4672584" cy="365760"/>
          </a:xfrm>
        </p:spPr>
        <p:txBody>
          <a:bodyPr/>
          <a:lstStyle>
            <a:lvl1pPr>
              <a:defRPr>
                <a:solidFill>
                  <a:schemeClr val="tx1"/>
                </a:solidFill>
              </a:defRPr>
            </a:lvl1pPr>
          </a:lstStyle>
          <a:p>
            <a:fld id="{4D40A556-E819-4C0A-8C22-3EE4F023B6DF}"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39712" y="6455664"/>
            <a:ext cx="548640" cy="365760"/>
          </a:xfr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725894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userDrawn="1"/>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8D2DD7BB-25B8-B7A3-8E13-EDE8E1090689}"/>
              </a:ext>
            </a:extLst>
          </p:cNvPr>
          <p:cNvSpPr/>
          <p:nvPr userDrawn="1"/>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FB6C05D2-D53F-950D-185E-08B200EEFEB9}"/>
              </a:ext>
            </a:extLst>
          </p:cNvPr>
          <p:cNvSpPr/>
          <p:nvPr userDrawn="1"/>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BC0AF5C2-3AA9-7510-308E-9D21678F7EFC}"/>
              </a:ext>
            </a:extLst>
          </p:cNvPr>
          <p:cNvSpPr/>
          <p:nvPr userDrawn="1"/>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Oval 10">
            <a:extLst>
              <a:ext uri="{FF2B5EF4-FFF2-40B4-BE49-F238E27FC236}">
                <a16:creationId xmlns:a16="http://schemas.microsoft.com/office/drawing/2014/main" id="{13D13448-08C3-4231-6CCA-F17E4C608199}"/>
              </a:ext>
            </a:extLst>
          </p:cNvPr>
          <p:cNvSpPr/>
          <p:nvPr userDrawn="1"/>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anchor="b">
            <a:normAutofit/>
          </a:bodyPr>
          <a:lstStyle>
            <a:lvl1pPr algn="l">
              <a:lnSpc>
                <a:spcPct val="110000"/>
              </a:lnSpc>
              <a:defRPr sz="3600" cap="all" spc="700" baseline="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anchor="ctr">
            <a:normAutofit/>
          </a:bodyPr>
          <a:lstStyle>
            <a:lvl1pPr marL="0" indent="0" algn="l">
              <a:buNone/>
              <a:defRPr sz="1800" cap="all" spc="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p:nvPr>
        </p:nvSpPr>
        <p:spPr>
          <a:xfrm>
            <a:off x="6092952" y="0"/>
            <a:ext cx="6099048" cy="6858000"/>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defRPr>
                <a:solidFill>
                  <a:schemeClr val="tx1"/>
                </a:solidFill>
              </a:defRPr>
            </a:lvl1pPr>
          </a:lstStyle>
          <a:p>
            <a:fld id="{4D40A556-E819-4C0A-8C22-3EE4F023B6DF}"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64355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EF098D0-707B-D77E-5CB5-8E38B2FF3FF0}"/>
              </a:ext>
            </a:extLst>
          </p:cNvPr>
          <p:cNvSpPr/>
          <p:nvPr userDrawn="1"/>
        </p:nvSpPr>
        <p:spPr>
          <a:xfrm>
            <a:off x="-2" y="0"/>
            <a:ext cx="12192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1464229-F931-716A-6276-35B63CADD76C}"/>
              </a:ext>
            </a:extLst>
          </p:cNvPr>
          <p:cNvSpPr/>
          <p:nvPr userDrawn="1"/>
        </p:nvSpPr>
        <p:spPr>
          <a:xfrm>
            <a:off x="-1" y="-859"/>
            <a:ext cx="8125313" cy="4564413"/>
          </a:xfrm>
          <a:prstGeom prst="rect">
            <a:avLst/>
          </a:prstGeom>
          <a:gradFill>
            <a:gsLst>
              <a:gs pos="0">
                <a:srgbClr val="FE4A00"/>
              </a:gs>
              <a:gs pos="100000">
                <a:srgbClr val="92248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C6C2A19-AC9B-A023-2B9D-A5E48E0CC240}"/>
              </a:ext>
            </a:extLst>
          </p:cNvPr>
          <p:cNvSpPr/>
          <p:nvPr userDrawn="1"/>
        </p:nvSpPr>
        <p:spPr>
          <a:xfrm rot="16200000">
            <a:off x="1967150" y="-1592014"/>
            <a:ext cx="4564413" cy="7731888"/>
          </a:xfrm>
          <a:prstGeom prst="rect">
            <a:avLst/>
          </a:prstGeom>
          <a:gradFill>
            <a:gsLst>
              <a:gs pos="0">
                <a:srgbClr val="DA002F">
                  <a:alpha val="21961"/>
                </a:srgbClr>
              </a:gs>
              <a:gs pos="94000">
                <a:srgbClr val="92248E">
                  <a:alpha val="4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4CE8143-EB96-241D-91EF-2E8151DC5211}"/>
              </a:ext>
            </a:extLst>
          </p:cNvPr>
          <p:cNvSpPr/>
          <p:nvPr userDrawn="1"/>
        </p:nvSpPr>
        <p:spPr>
          <a:xfrm>
            <a:off x="-2" y="0"/>
            <a:ext cx="7723612" cy="3785436"/>
          </a:xfrm>
          <a:prstGeom prst="rect">
            <a:avLst/>
          </a:prstGeom>
          <a:gradFill>
            <a:gsLst>
              <a:gs pos="59000">
                <a:srgbClr val="FF907A">
                  <a:alpha val="0"/>
                </a:srgbClr>
              </a:gs>
              <a:gs pos="99000">
                <a:srgbClr val="FF907A">
                  <a:alpha val="80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67512"/>
            <a:ext cx="6556248" cy="3493008"/>
          </a:xfrm>
        </p:spPr>
        <p:txBody>
          <a:bodyPr anchor="t">
            <a:normAutofit/>
          </a:bodyPr>
          <a:lstStyle>
            <a:lvl1pPr algn="l">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37760"/>
            <a:ext cx="10296144" cy="1335024"/>
          </a:xfrm>
        </p:spPr>
        <p:txBody>
          <a:bodyPr anchor="ctr">
            <a:normAutofit/>
          </a:bodyPr>
          <a:lstStyle>
            <a:lvl1pPr marL="0" indent="0" algn="l">
              <a:buNone/>
              <a:defRPr sz="1800" cap="all" spc="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Picture Placeholder 11">
            <a:extLst>
              <a:ext uri="{FF2B5EF4-FFF2-40B4-BE49-F238E27FC236}">
                <a16:creationId xmlns:a16="http://schemas.microsoft.com/office/drawing/2014/main" id="{355F2FE5-4B8F-9A7B-1A46-3A30AE46C3C3}"/>
              </a:ext>
            </a:extLst>
          </p:cNvPr>
          <p:cNvSpPr>
            <a:spLocks noGrp="1"/>
          </p:cNvSpPr>
          <p:nvPr>
            <p:ph type="pic" sz="quarter" idx="13"/>
          </p:nvPr>
        </p:nvSpPr>
        <p:spPr>
          <a:xfrm>
            <a:off x="8124825" y="0"/>
            <a:ext cx="4067175" cy="4556137"/>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2E45163-6A69-4DBE-9812-0AEA8EDC4425}"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437878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Lst>
          </p:cNvPr>
          <p:cNvSpPr/>
          <p:nvPr userDrawn="1"/>
        </p:nvSpPr>
        <p:spPr>
          <a:xfrm flipH="1">
            <a:off x="18287" y="-2522"/>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6DA992C5-451E-EC0E-D54A-B0AA21D57F04}"/>
              </a:ext>
            </a:extLst>
          </p:cNvPr>
          <p:cNvSpPr/>
          <p:nvPr userDrawn="1"/>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5A4914C5-E872-F937-694B-9226A87D21A6}"/>
              </a:ext>
            </a:extLst>
          </p:cNvPr>
          <p:cNvSpPr/>
          <p:nvPr userDrawn="1"/>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7B2BF5D5-EB9E-9501-6A32-C2BB4C8ED6A7}"/>
              </a:ext>
            </a:extLst>
          </p:cNvPr>
          <p:cNvSpPr/>
          <p:nvPr userDrawn="1"/>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Oval 11">
            <a:extLst>
              <a:ext uri="{FF2B5EF4-FFF2-40B4-BE49-F238E27FC236}">
                <a16:creationId xmlns:a16="http://schemas.microsoft.com/office/drawing/2014/main" id="{90768E01-CF59-AC8E-6819-61512B528C04}"/>
              </a:ext>
            </a:extLst>
          </p:cNvPr>
          <p:cNvSpPr/>
          <p:nvPr userDrawn="1"/>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86865A1-AC73-67A9-BC14-E75D3F26BDE9}"/>
              </a:ext>
            </a:extLst>
          </p:cNvPr>
          <p:cNvSpPr/>
          <p:nvPr userDrawn="1"/>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657600" y="2807208"/>
            <a:ext cx="7644384" cy="3346704"/>
          </a:xfrm>
        </p:spPr>
        <p:txBody>
          <a:bodyPr anchor="t">
            <a:noAutofit/>
          </a:bodyPr>
          <a:lstStyle>
            <a:lvl1pPr>
              <a:lnSpc>
                <a:spcPct val="110000"/>
              </a:lnSpc>
              <a:defRPr sz="5400" cap="all" spc="700" baseline="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3657600" y="502920"/>
            <a:ext cx="7644384" cy="1280160"/>
          </a:xfrm>
        </p:spPr>
        <p:txBody>
          <a:bodyPr anchor="ctr">
            <a:normAutofit/>
          </a:bodyPr>
          <a:lstStyle>
            <a:lvl1pPr marL="0" indent="0">
              <a:buNone/>
              <a:defRPr sz="1800" cap="all" spc="400" baseline="0">
                <a:solidFill>
                  <a:schemeClr val="tx2"/>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CDEEBF68-1E89-48ED-A4C1-57E5529AECD7}" type="datetime2">
              <a:rPr lang="en-US" smtClean="0"/>
              <a:t>Tuesday, May 13, 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1_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Lst>
          </p:cNvPr>
          <p:cNvSpPr/>
          <p:nvPr userDrawn="1"/>
        </p:nvSpPr>
        <p:spPr>
          <a:xfrm flipH="1">
            <a:off x="18287" y="-2522"/>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14D9F56-D5FE-5416-E898-561CCD18E63E}"/>
              </a:ext>
            </a:extLst>
          </p:cNvPr>
          <p:cNvSpPr/>
          <p:nvPr userDrawn="1"/>
        </p:nvSpPr>
        <p:spPr>
          <a:xfrm>
            <a:off x="-7226" y="0"/>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ectangle 14">
            <a:extLst>
              <a:ext uri="{FF2B5EF4-FFF2-40B4-BE49-F238E27FC236}">
                <a16:creationId xmlns:a16="http://schemas.microsoft.com/office/drawing/2014/main" id="{DCE312D2-549E-F681-7F68-B8AAD2F7696A}"/>
              </a:ext>
            </a:extLst>
          </p:cNvPr>
          <p:cNvSpPr/>
          <p:nvPr userDrawn="1"/>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a:extLst>
              <a:ext uri="{FF2B5EF4-FFF2-40B4-BE49-F238E27FC236}">
                <a16:creationId xmlns:a16="http://schemas.microsoft.com/office/drawing/2014/main" id="{5CC4FFFC-E214-3024-4ED7-32DAAA7A66E0}"/>
              </a:ext>
            </a:extLst>
          </p:cNvPr>
          <p:cNvSpPr/>
          <p:nvPr userDrawn="1"/>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7" name="Rectangle 16">
            <a:extLst>
              <a:ext uri="{FF2B5EF4-FFF2-40B4-BE49-F238E27FC236}">
                <a16:creationId xmlns:a16="http://schemas.microsoft.com/office/drawing/2014/main" id="{963C23C4-6670-C4D3-CA25-EAF7EB91AC78}"/>
              </a:ext>
            </a:extLst>
          </p:cNvPr>
          <p:cNvSpPr/>
          <p:nvPr userDrawn="1"/>
        </p:nvSpPr>
        <p:spPr>
          <a:xfrm rot="10800000">
            <a:off x="-2" y="-5047"/>
            <a:ext cx="12203070"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8" name="Oval 17">
            <a:extLst>
              <a:ext uri="{FF2B5EF4-FFF2-40B4-BE49-F238E27FC236}">
                <a16:creationId xmlns:a16="http://schemas.microsoft.com/office/drawing/2014/main" id="{FAF9AED1-BD83-3598-C1F0-DC7ED0150981}"/>
              </a:ext>
            </a:extLst>
          </p:cNvPr>
          <p:cNvSpPr/>
          <p:nvPr userDrawn="1"/>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Autofit/>
          </a:bodyPr>
          <a:lstStyle>
            <a:lvl1pPr>
              <a:lnSpc>
                <a:spcPct val="110000"/>
              </a:lnSpc>
              <a:defRPr sz="6000" cap="all" spc="700" baseline="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731520" y="603504"/>
            <a:ext cx="10177272" cy="1078992"/>
          </a:xfrm>
        </p:spPr>
        <p:txBody>
          <a:bodyPr anchor="ctr">
            <a:normAutofit/>
          </a:bodyPr>
          <a:lstStyle>
            <a:lvl1pPr marL="0" indent="0">
              <a:buNone/>
              <a:defRPr sz="1800" cap="all" spc="400" baseline="0">
                <a:solidFill>
                  <a:schemeClr val="tx2"/>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CDEEBF68-1E89-48ED-A4C1-57E5529AECD7}" type="datetime2">
              <a:rPr lang="en-US" smtClean="0"/>
              <a:t>Tuesday, May 13, 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137511183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2_Section Header">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2D489E1-B51A-89C5-45F9-B413F211D556}"/>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812E0C6-4104-C3CF-0AC9-B02B04093AEC}"/>
              </a:ext>
            </a:extLst>
          </p:cNvPr>
          <p:cNvSpPr/>
          <p:nvPr userDrawn="1"/>
        </p:nvSpPr>
        <p:spPr>
          <a:xfrm flipH="1">
            <a:off x="-7" y="2286000"/>
            <a:ext cx="12192006" cy="4571571"/>
          </a:xfrm>
          <a:prstGeom prst="rect">
            <a:avLst/>
          </a:prstGeom>
          <a:gradFill>
            <a:gsLst>
              <a:gs pos="8000">
                <a:srgbClr val="D861D4"/>
              </a:gs>
              <a:gs pos="100000">
                <a:srgbClr val="DA002F">
                  <a:alpha val="77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ED8E2E-5EF9-EDB3-196D-C11369CBD457}"/>
              </a:ext>
            </a:extLst>
          </p:cNvPr>
          <p:cNvSpPr/>
          <p:nvPr userDrawn="1"/>
        </p:nvSpPr>
        <p:spPr>
          <a:xfrm rot="5400000" flipH="1">
            <a:off x="3809997" y="-1524004"/>
            <a:ext cx="4572000" cy="12192005"/>
          </a:xfrm>
          <a:prstGeom prst="rect">
            <a:avLst/>
          </a:prstGeom>
          <a:gradFill>
            <a:gsLst>
              <a:gs pos="0">
                <a:srgbClr val="FE4A00">
                  <a:alpha val="45000"/>
                </a:srgbClr>
              </a:gs>
              <a:gs pos="99000">
                <a:srgbClr val="9B3597">
                  <a:alpha val="83000"/>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B416088-729A-E0F1-ACD1-1B9C550FBF2F}"/>
              </a:ext>
            </a:extLst>
          </p:cNvPr>
          <p:cNvSpPr/>
          <p:nvPr userDrawn="1"/>
        </p:nvSpPr>
        <p:spPr>
          <a:xfrm rot="10800000" flipH="1">
            <a:off x="1" y="2286000"/>
            <a:ext cx="4051344" cy="4571571"/>
          </a:xfrm>
          <a:prstGeom prst="rect">
            <a:avLst/>
          </a:prstGeom>
          <a:gradFill>
            <a:gsLst>
              <a:gs pos="0">
                <a:srgbClr val="DA002F">
                  <a:alpha val="0"/>
                </a:srgbClr>
              </a:gs>
              <a:gs pos="84000">
                <a:srgbClr val="FF907A">
                  <a:alpha val="32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0103E43B-4588-ACF5-79CA-D83A05D9E2F6}"/>
              </a:ext>
            </a:extLst>
          </p:cNvPr>
          <p:cNvSpPr/>
          <p:nvPr userDrawn="1"/>
        </p:nvSpPr>
        <p:spPr>
          <a:xfrm rot="12508972">
            <a:off x="1159677" y="126244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31000">
                <a:srgbClr val="FF907A">
                  <a:alpha val="0"/>
                </a:srgbClr>
              </a:gs>
              <a:gs pos="85000">
                <a:srgbClr val="FFBCAF">
                  <a:alpha val="2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654296" y="2880360"/>
            <a:ext cx="6757416" cy="3319272"/>
          </a:xfrm>
        </p:spPr>
        <p:txBody>
          <a:bodyPr anchor="t">
            <a:noAutofit/>
          </a:bodyPr>
          <a:lstStyle>
            <a:lvl1pPr algn="r">
              <a:lnSpc>
                <a:spcPct val="110000"/>
              </a:lnSpc>
              <a:defRPr sz="6000" cap="all" spc="700" baseline="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1033272" y="365760"/>
            <a:ext cx="10387584" cy="1545336"/>
          </a:xfrm>
        </p:spPr>
        <p:txBody>
          <a:bodyPr anchor="ctr">
            <a:normAutofit/>
          </a:bodyPr>
          <a:lstStyle>
            <a:lvl1pPr marL="0" indent="0" algn="r">
              <a:buNone/>
              <a:defRPr sz="1800" cap="all" spc="400" baseline="0">
                <a:solidFill>
                  <a:schemeClr val="bg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20" name="Date Placeholder 19">
            <a:extLst>
              <a:ext uri="{FF2B5EF4-FFF2-40B4-BE49-F238E27FC236}">
                <a16:creationId xmlns:a16="http://schemas.microsoft.com/office/drawing/2014/main" id="{3E4E9DB5-BACC-9EF0-0A1A-513EEEF3F85D}"/>
              </a:ext>
            </a:extLst>
          </p:cNvPr>
          <p:cNvSpPr>
            <a:spLocks noGrp="1"/>
          </p:cNvSpPr>
          <p:nvPr>
            <p:ph type="dt" sz="half" idx="10"/>
          </p:nvPr>
        </p:nvSpPr>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21" name="Footer Placeholder 20">
            <a:extLst>
              <a:ext uri="{FF2B5EF4-FFF2-40B4-BE49-F238E27FC236}">
                <a16:creationId xmlns:a16="http://schemas.microsoft.com/office/drawing/2014/main" id="{C69F26B0-9989-CD3A-38C7-506F21D70B28}"/>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22" name="Slide Number Placeholder 21">
            <a:extLst>
              <a:ext uri="{FF2B5EF4-FFF2-40B4-BE49-F238E27FC236}">
                <a16:creationId xmlns:a16="http://schemas.microsoft.com/office/drawing/2014/main" id="{547E32DD-6E73-2CAF-FAB4-CB69E6C8048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76682004"/>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3_Section Header">
    <p:bg>
      <p:bgRef idx="1001">
        <a:schemeClr val="bg1"/>
      </p:bgRef>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73F0EC4-4DAF-C791-9F54-D0F8E39142EB}"/>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3A5CB81-EBBA-9BC3-FF7E-02BB58023521}"/>
              </a:ext>
            </a:extLst>
          </p:cNvPr>
          <p:cNvSpPr/>
          <p:nvPr userDrawn="1"/>
        </p:nvSpPr>
        <p:spPr>
          <a:xfrm flipH="1">
            <a:off x="8123858" y="0"/>
            <a:ext cx="4069174" cy="6858000"/>
          </a:xfrm>
          <a:prstGeom prst="rect">
            <a:avLst/>
          </a:prstGeom>
          <a:gradFill>
            <a:gsLst>
              <a:gs pos="2000">
                <a:srgbClr val="FF907A"/>
              </a:gs>
              <a:gs pos="100000">
                <a:srgbClr val="DA002F"/>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1E18D0D-B249-A54F-E213-301E1288A18C}"/>
              </a:ext>
            </a:extLst>
          </p:cNvPr>
          <p:cNvSpPr/>
          <p:nvPr userDrawn="1"/>
        </p:nvSpPr>
        <p:spPr>
          <a:xfrm flipH="1">
            <a:off x="8123767" y="0"/>
            <a:ext cx="3771569" cy="6858000"/>
          </a:xfrm>
          <a:prstGeom prst="rect">
            <a:avLst/>
          </a:prstGeom>
          <a:gradFill>
            <a:gsLst>
              <a:gs pos="22000">
                <a:srgbClr val="FF5076">
                  <a:alpha val="0"/>
                </a:srgbClr>
              </a:gs>
              <a:gs pos="99000">
                <a:srgbClr val="92248E">
                  <a:alpha val="91765"/>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BA9D94D8-9902-46E1-4DF8-0563CED39ACF}"/>
              </a:ext>
            </a:extLst>
          </p:cNvPr>
          <p:cNvSpPr/>
          <p:nvPr userDrawn="1"/>
        </p:nvSpPr>
        <p:spPr>
          <a:xfrm rot="16200000" flipH="1">
            <a:off x="7905605" y="2528571"/>
            <a:ext cx="4528203" cy="4050888"/>
          </a:xfrm>
          <a:prstGeom prst="rect">
            <a:avLst/>
          </a:prstGeom>
          <a:gradFill>
            <a:gsLst>
              <a:gs pos="2000">
                <a:srgbClr val="DA002F">
                  <a:alpha val="18824"/>
                </a:srgbClr>
              </a:gs>
              <a:gs pos="96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A6F6C1AC-FF79-111F-1ED3-9CC4FF9BE2D6}"/>
              </a:ext>
            </a:extLst>
          </p:cNvPr>
          <p:cNvSpPr/>
          <p:nvPr userDrawn="1"/>
        </p:nvSpPr>
        <p:spPr>
          <a:xfrm rot="10800000">
            <a:off x="6983058" y="876000"/>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19" y="2732690"/>
            <a:ext cx="6382512" cy="3412078"/>
          </a:xfrm>
        </p:spPr>
        <p:txBody>
          <a:bodyPr anchor="b">
            <a:noAutofit/>
          </a:bodyPr>
          <a:lstStyle>
            <a:lvl1pPr>
              <a:lnSpc>
                <a:spcPct val="110000"/>
              </a:lnSpc>
              <a:defRPr sz="4800" cap="all" spc="700" baseline="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731520" y="448056"/>
            <a:ext cx="6574536" cy="1389888"/>
          </a:xfrm>
        </p:spPr>
        <p:txBody>
          <a:bodyPr anchor="ctr">
            <a:normAutofit/>
          </a:bodyPr>
          <a:lstStyle>
            <a:lvl1pPr marL="0" indent="0">
              <a:buNone/>
              <a:defRPr sz="1800" cap="all" spc="40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Date Placeholder 7">
            <a:extLst>
              <a:ext uri="{FF2B5EF4-FFF2-40B4-BE49-F238E27FC236}">
                <a16:creationId xmlns:a16="http://schemas.microsoft.com/office/drawing/2014/main" id="{41D3795E-D3DC-CB1F-95CE-E417A80D37A5}"/>
              </a:ext>
            </a:extLst>
          </p:cNvPr>
          <p:cNvSpPr>
            <a:spLocks noGrp="1"/>
          </p:cNvSpPr>
          <p:nvPr>
            <p:ph type="dt" sz="half" idx="10"/>
          </p:nvPr>
        </p:nvSpPr>
        <p:spPr/>
        <p:txBody>
          <a:bodyPr/>
          <a:lstStyle>
            <a:lvl1pPr>
              <a:defRPr>
                <a:solidFill>
                  <a:schemeClr val="bg1"/>
                </a:solidFill>
              </a:defRPr>
            </a:lvl1pPr>
          </a:lstStyle>
          <a:p>
            <a:fld id="{D13647E4-A40C-47B0-8F60-493CEFCF7B87}" type="datetime2">
              <a:rPr lang="en-US" smtClean="0"/>
              <a:pPr/>
              <a:t>Tuesday, May 13, 2025</a:t>
            </a:fld>
            <a:endParaRPr lang="en-US" dirty="0"/>
          </a:p>
        </p:txBody>
      </p:sp>
      <p:sp>
        <p:nvSpPr>
          <p:cNvPr id="9" name="Footer Placeholder 8">
            <a:extLst>
              <a:ext uri="{FF2B5EF4-FFF2-40B4-BE49-F238E27FC236}">
                <a16:creationId xmlns:a16="http://schemas.microsoft.com/office/drawing/2014/main" id="{EE09A6EF-FD24-B4D2-9359-B6F271E44C3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D577B03C-B36A-C282-3A64-0BCCA1AB2028}"/>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103870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4_Section Header">
    <p:bg>
      <p:bgRef idx="1001">
        <a:schemeClr val="bg1"/>
      </p:bgRef>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EE224F4E-72E0-DBAC-5301-7583E30188A2}"/>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0BCE8C1A-DF0A-EB1C-1486-88CB94B27101}"/>
              </a:ext>
            </a:extLst>
          </p:cNvPr>
          <p:cNvSpPr/>
          <p:nvPr userDrawn="1"/>
        </p:nvSpPr>
        <p:spPr>
          <a:xfrm flipH="1">
            <a:off x="-2" y="0"/>
            <a:ext cx="6057902" cy="6858000"/>
          </a:xfrm>
          <a:prstGeom prst="rect">
            <a:avLst/>
          </a:prstGeom>
          <a:gradFill>
            <a:gsLst>
              <a:gs pos="12000">
                <a:srgbClr val="FF907A"/>
              </a:gs>
              <a:gs pos="98000">
                <a:srgbClr val="DA002F">
                  <a:alpha val="89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D7EE67C-2C8A-DAC9-C367-821AC2843131}"/>
              </a:ext>
            </a:extLst>
          </p:cNvPr>
          <p:cNvSpPr/>
          <p:nvPr userDrawn="1"/>
        </p:nvSpPr>
        <p:spPr>
          <a:xfrm flipH="1">
            <a:off x="0" y="17416"/>
            <a:ext cx="4076700" cy="6840156"/>
          </a:xfrm>
          <a:prstGeom prst="rect">
            <a:avLst/>
          </a:prstGeom>
          <a:gradFill>
            <a:gsLst>
              <a:gs pos="0">
                <a:srgbClr val="FE4A00">
                  <a:alpha val="0"/>
                </a:srgbClr>
              </a:gs>
              <a:gs pos="100000">
                <a:srgbClr val="92248E">
                  <a:alpha val="74000"/>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DC8B235-7780-FD69-7D55-BDC704093266}"/>
              </a:ext>
            </a:extLst>
          </p:cNvPr>
          <p:cNvSpPr/>
          <p:nvPr userDrawn="1"/>
        </p:nvSpPr>
        <p:spPr>
          <a:xfrm rot="16200000">
            <a:off x="545122" y="739137"/>
            <a:ext cx="5005754" cy="5005754"/>
          </a:xfrm>
          <a:prstGeom prst="ellipse">
            <a:avLst/>
          </a:prstGeom>
          <a:gradFill>
            <a:gsLst>
              <a:gs pos="31000">
                <a:srgbClr val="FF907A">
                  <a:alpha val="0"/>
                </a:srgbClr>
              </a:gs>
              <a:gs pos="85000">
                <a:srgbClr val="FF907A">
                  <a:alpha val="21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BAC9699-F6E5-C8ED-49AC-2FD214336A94}"/>
              </a:ext>
            </a:extLst>
          </p:cNvPr>
          <p:cNvSpPr/>
          <p:nvPr userDrawn="1"/>
        </p:nvSpPr>
        <p:spPr>
          <a:xfrm rot="16200000" flipH="1">
            <a:off x="1887293" y="-1884606"/>
            <a:ext cx="2286428" cy="6054785"/>
          </a:xfrm>
          <a:prstGeom prst="rect">
            <a:avLst/>
          </a:prstGeom>
          <a:gradFill>
            <a:gsLst>
              <a:gs pos="0">
                <a:srgbClr val="FE4A00">
                  <a:alpha val="0"/>
                </a:srgbClr>
              </a:gs>
              <a:gs pos="99000">
                <a:srgbClr val="FA0036">
                  <a:alpha val="37000"/>
                </a:srgb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903720" y="2834640"/>
            <a:ext cx="4709160" cy="3273552"/>
          </a:xfrm>
        </p:spPr>
        <p:txBody>
          <a:bodyPr anchor="b">
            <a:noAutofit/>
          </a:bodyPr>
          <a:lstStyle>
            <a:lvl1pPr>
              <a:lnSpc>
                <a:spcPct val="110000"/>
              </a:lnSpc>
              <a:defRPr sz="4000" cap="all" spc="700" baseline="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6903720" y="356616"/>
            <a:ext cx="4709160" cy="1563624"/>
          </a:xfrm>
        </p:spPr>
        <p:txBody>
          <a:bodyPr anchor="ctr">
            <a:normAutofit/>
          </a:bodyPr>
          <a:lstStyle>
            <a:lvl1pPr marL="0" indent="0">
              <a:buNone/>
              <a:defRPr sz="1800" cap="all" spc="40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Date Placeholder 7">
            <a:extLst>
              <a:ext uri="{FF2B5EF4-FFF2-40B4-BE49-F238E27FC236}">
                <a16:creationId xmlns:a16="http://schemas.microsoft.com/office/drawing/2014/main" id="{41D3795E-D3DC-CB1F-95CE-E417A80D37A5}"/>
              </a:ext>
            </a:extLst>
          </p:cNvPr>
          <p:cNvSpPr>
            <a:spLocks noGrp="1"/>
          </p:cNvSpPr>
          <p:nvPr>
            <p:ph type="dt" sz="half" idx="10"/>
          </p:nvPr>
        </p:nvSpPr>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9" name="Footer Placeholder 8">
            <a:extLst>
              <a:ext uri="{FF2B5EF4-FFF2-40B4-BE49-F238E27FC236}">
                <a16:creationId xmlns:a16="http://schemas.microsoft.com/office/drawing/2014/main" id="{EE09A6EF-FD24-B4D2-9359-B6F271E44C3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D577B03C-B36A-C282-3A64-0BCCA1AB2028}"/>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363492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5_Section Header">
    <p:bg>
      <p:bgRef idx="1001">
        <a:schemeClr val="bg1"/>
      </p:bgRef>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BBC3F24-FA13-EC61-689C-8551860FA62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2CD395D-342F-F57A-9D79-5E9AD61E4631}"/>
              </a:ext>
            </a:extLst>
          </p:cNvPr>
          <p:cNvSpPr/>
          <p:nvPr userDrawn="1"/>
        </p:nvSpPr>
        <p:spPr>
          <a:xfrm flipH="1">
            <a:off x="-2" y="0"/>
            <a:ext cx="4069174" cy="6858000"/>
          </a:xfrm>
          <a:prstGeom prst="rect">
            <a:avLst/>
          </a:prstGeom>
          <a:gradFill>
            <a:gsLst>
              <a:gs pos="2000">
                <a:srgbClr val="FF907A"/>
              </a:gs>
              <a:gs pos="100000">
                <a:srgbClr val="DA002F"/>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476BA1E-908A-89C2-E2A9-8742B659189C}"/>
              </a:ext>
            </a:extLst>
          </p:cNvPr>
          <p:cNvSpPr/>
          <p:nvPr userDrawn="1"/>
        </p:nvSpPr>
        <p:spPr>
          <a:xfrm flipH="1">
            <a:off x="-2210" y="0"/>
            <a:ext cx="3771569" cy="6858000"/>
          </a:xfrm>
          <a:prstGeom prst="rect">
            <a:avLst/>
          </a:prstGeom>
          <a:gradFill>
            <a:gsLst>
              <a:gs pos="22000">
                <a:srgbClr val="FF5076">
                  <a:alpha val="0"/>
                </a:srgbClr>
              </a:gs>
              <a:gs pos="99000">
                <a:srgbClr val="92248E">
                  <a:alpha val="91765"/>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C141466-94AD-631F-FBBE-ECA1B14A7E09}"/>
              </a:ext>
            </a:extLst>
          </p:cNvPr>
          <p:cNvSpPr/>
          <p:nvPr userDrawn="1"/>
        </p:nvSpPr>
        <p:spPr>
          <a:xfrm rot="16200000" flipH="1">
            <a:off x="-220372" y="2528571"/>
            <a:ext cx="4528203" cy="4050888"/>
          </a:xfrm>
          <a:prstGeom prst="rect">
            <a:avLst/>
          </a:prstGeom>
          <a:gradFill>
            <a:gsLst>
              <a:gs pos="2000">
                <a:srgbClr val="DA002F">
                  <a:alpha val="18824"/>
                </a:srgbClr>
              </a:gs>
              <a:gs pos="96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95D02C1-8C83-AB13-81FE-178B3E068EC3}"/>
              </a:ext>
            </a:extLst>
          </p:cNvPr>
          <p:cNvSpPr/>
          <p:nvPr userDrawn="1"/>
        </p:nvSpPr>
        <p:spPr>
          <a:xfrm rot="10800000">
            <a:off x="-1142919" y="876000"/>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837176" y="3419856"/>
            <a:ext cx="6574536" cy="2724912"/>
          </a:xfrm>
        </p:spPr>
        <p:txBody>
          <a:bodyPr anchor="b">
            <a:noAutofit/>
          </a:bodyPr>
          <a:lstStyle>
            <a:lvl1pPr>
              <a:lnSpc>
                <a:spcPct val="110000"/>
              </a:lnSpc>
              <a:defRPr sz="4800" cap="all" spc="700" baseline="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837176" y="448056"/>
            <a:ext cx="6784848" cy="1389888"/>
          </a:xfrm>
        </p:spPr>
        <p:txBody>
          <a:bodyPr anchor="ctr">
            <a:normAutofit/>
          </a:bodyPr>
          <a:lstStyle>
            <a:lvl1pPr marL="0" indent="0">
              <a:buNone/>
              <a:defRPr sz="1800" cap="all" spc="400" baseline="0">
                <a:solidFill>
                  <a:schemeClr val="tx1"/>
                </a:solidFill>
                <a:latin typeface="+mj-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Date Placeholder 7">
            <a:extLst>
              <a:ext uri="{FF2B5EF4-FFF2-40B4-BE49-F238E27FC236}">
                <a16:creationId xmlns:a16="http://schemas.microsoft.com/office/drawing/2014/main" id="{41D3795E-D3DC-CB1F-95CE-E417A80D37A5}"/>
              </a:ext>
            </a:extLst>
          </p:cNvPr>
          <p:cNvSpPr>
            <a:spLocks noGrp="1"/>
          </p:cNvSpPr>
          <p:nvPr>
            <p:ph type="dt" sz="half" idx="10"/>
          </p:nvPr>
        </p:nvSpPr>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9" name="Footer Placeholder 8">
            <a:extLst>
              <a:ext uri="{FF2B5EF4-FFF2-40B4-BE49-F238E27FC236}">
                <a16:creationId xmlns:a16="http://schemas.microsoft.com/office/drawing/2014/main" id="{EE09A6EF-FD24-B4D2-9359-B6F271E44C3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D577B03C-B36A-C282-3A64-0BCCA1AB2028}"/>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5325807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B5C5E01-6047-09D9-CA8C-ACF771ED4F5F}"/>
              </a:ext>
            </a:extLst>
          </p:cNvPr>
          <p:cNvSpPr/>
          <p:nvPr userDrawn="1"/>
        </p:nvSpPr>
        <p:spPr>
          <a:xfrm>
            <a:off x="-2" y="0"/>
            <a:ext cx="12192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A3735CD2-2790-A02E-C1A3-EB251A110779}"/>
              </a:ext>
            </a:extLst>
          </p:cNvPr>
          <p:cNvSpPr/>
          <p:nvPr userDrawn="1"/>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27BCFA5-D41F-08E8-0C59-3B6D1AE8FC85}"/>
              </a:ext>
            </a:extLst>
          </p:cNvPr>
          <p:cNvSpPr/>
          <p:nvPr userDrawn="1"/>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E833A7D-2BA4-F824-376C-8607C290E93B}"/>
              </a:ext>
            </a:extLst>
          </p:cNvPr>
          <p:cNvSpPr/>
          <p:nvPr userDrawn="1"/>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DCFC381E-3DA3-22D7-F3CB-6FF3B17D6865}"/>
              </a:ext>
            </a:extLst>
          </p:cNvPr>
          <p:cNvSpPr/>
          <p:nvPr userDrawn="1"/>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Autofit/>
          </a:bodyPr>
          <a:lstStyle>
            <a:lvl1pPr algn="ctr">
              <a:lnSpc>
                <a:spcPct val="110000"/>
              </a:lnSpc>
              <a:defRPr sz="4000" cap="all" spc="700" baseline="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859536"/>
            <a:ext cx="4517136" cy="5111496"/>
          </a:xfrm>
        </p:spPr>
        <p:txBody>
          <a:bodyPr vert="horz" lIns="91440" tIns="45720" rIns="91440" bIns="45720" rtlCol="0" anchor="ctr">
            <a:normAutofit/>
          </a:bodyPr>
          <a:lstStyle>
            <a:lvl1pPr marL="438912" indent="-347472">
              <a:lnSpc>
                <a:spcPct val="130000"/>
              </a:lnSpc>
              <a:spcBef>
                <a:spcPts val="1000"/>
              </a:spcBef>
              <a:buFont typeface="+mj-lt"/>
              <a:buAutoNum type="arabicPeriod"/>
              <a:defRPr lang="en-US" b="0" cap="none" spc="0" baseline="0" dirty="0"/>
            </a:lvl1pPr>
            <a:lvl2pPr marL="438912" indent="-347472">
              <a:lnSpc>
                <a:spcPct val="130000"/>
              </a:lnSpc>
              <a:spcBef>
                <a:spcPts val="1000"/>
              </a:spcBef>
              <a:buFont typeface="+mj-lt"/>
              <a:buAutoNum type="arabicPeriod"/>
              <a:defRPr lang="en-US" b="1" cap="all" spc="400" baseline="0" dirty="0"/>
            </a:lvl2pPr>
            <a:lvl3pPr marL="438912" indent="-347472">
              <a:lnSpc>
                <a:spcPct val="130000"/>
              </a:lnSpc>
              <a:spcBef>
                <a:spcPts val="1000"/>
              </a:spcBef>
              <a:buFont typeface="+mj-lt"/>
              <a:buAutoNum type="arabicPeriod"/>
              <a:defRPr lang="en-US" b="1" cap="all" spc="400" baseline="0" dirty="0"/>
            </a:lvl3pPr>
            <a:lvl4pPr marL="438912" indent="-347472">
              <a:lnSpc>
                <a:spcPct val="130000"/>
              </a:lnSpc>
              <a:spcBef>
                <a:spcPts val="1000"/>
              </a:spcBef>
              <a:buFont typeface="+mj-lt"/>
              <a:buAutoNum type="arabicPeriod"/>
              <a:defRPr lang="en-US" b="1" cap="all" spc="400" baseline="0" dirty="0"/>
            </a:lvl4pPr>
            <a:lvl5pPr marL="438912" indent="-347472">
              <a:lnSpc>
                <a:spcPct val="130000"/>
              </a:lnSpc>
              <a:spcBef>
                <a:spcPts val="1000"/>
              </a:spcBef>
              <a:buFont typeface="+mj-lt"/>
              <a:buAutoNum type="arabicPeriod"/>
              <a:defRPr lang="en-US" b="1" cap="all" spc="400" baseline="0" dirty="0"/>
            </a:lvl5pPr>
          </a:lstStyle>
          <a:p>
            <a:pPr lvl="0"/>
            <a:r>
              <a:rPr lang="en-US"/>
              <a:t>Click to edit Master text styles</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786050D0-0A6D-4ADD-B055-9735452226DE}"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Agenda">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B5C5E01-6047-09D9-CA8C-ACF771ED4F5F}"/>
              </a:ext>
            </a:extLst>
          </p:cNvPr>
          <p:cNvSpPr/>
          <p:nvPr userDrawn="1"/>
        </p:nvSpPr>
        <p:spPr>
          <a:xfrm>
            <a:off x="-2" y="0"/>
            <a:ext cx="12192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2BAC0C0-E743-8B95-808A-1EAC42B53209}"/>
              </a:ext>
            </a:extLst>
          </p:cNvPr>
          <p:cNvSpPr/>
          <p:nvPr userDrawn="1"/>
        </p:nvSpPr>
        <p:spPr>
          <a:xfrm rot="10800000" flipH="1">
            <a:off x="-18290" y="0"/>
            <a:ext cx="6102992" cy="6864154"/>
          </a:xfrm>
          <a:prstGeom prst="rect">
            <a:avLst/>
          </a:prstGeom>
          <a:gradFill>
            <a:gsLst>
              <a:gs pos="8000">
                <a:srgbClr val="FF907A"/>
              </a:gs>
              <a:gs pos="100000">
                <a:srgbClr val="FF6C4F"/>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47F86678-25CB-9688-957E-8CA1369A9F6E}"/>
              </a:ext>
            </a:extLst>
          </p:cNvPr>
          <p:cNvSpPr/>
          <p:nvPr userDrawn="1"/>
        </p:nvSpPr>
        <p:spPr>
          <a:xfrm rot="10800000" flipH="1">
            <a:off x="-29590" y="3"/>
            <a:ext cx="6123434" cy="6857997"/>
          </a:xfrm>
          <a:prstGeom prst="rect">
            <a:avLst/>
          </a:prstGeom>
          <a:gradFill>
            <a:gsLst>
              <a:gs pos="21000">
                <a:srgbClr val="FF0137">
                  <a:alpha val="0"/>
                </a:srgbClr>
              </a:gs>
              <a:gs pos="100000">
                <a:srgbClr val="92248E"/>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BEF7502D-281D-1249-11F8-7B3190835565}"/>
              </a:ext>
            </a:extLst>
          </p:cNvPr>
          <p:cNvSpPr/>
          <p:nvPr userDrawn="1"/>
        </p:nvSpPr>
        <p:spPr>
          <a:xfrm rot="16200000" flipH="1">
            <a:off x="-152402" y="609602"/>
            <a:ext cx="6858005" cy="5638801"/>
          </a:xfrm>
          <a:prstGeom prst="rect">
            <a:avLst/>
          </a:prstGeom>
          <a:gradFill>
            <a:gsLst>
              <a:gs pos="0">
                <a:srgbClr val="FF8853">
                  <a:alpha val="0"/>
                </a:srgbClr>
              </a:gs>
              <a:gs pos="100000">
                <a:srgbClr val="92248E">
                  <a:alpha val="50000"/>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ectangle 14">
            <a:extLst>
              <a:ext uri="{FF2B5EF4-FFF2-40B4-BE49-F238E27FC236}">
                <a16:creationId xmlns:a16="http://schemas.microsoft.com/office/drawing/2014/main" id="{AD2B1AA4-7D38-274F-1DDE-17BE356E9C92}"/>
              </a:ext>
            </a:extLst>
          </p:cNvPr>
          <p:cNvSpPr/>
          <p:nvPr userDrawn="1"/>
        </p:nvSpPr>
        <p:spPr>
          <a:xfrm rot="10800000" flipH="1">
            <a:off x="-4" y="4572000"/>
            <a:ext cx="6096003" cy="2286002"/>
          </a:xfrm>
          <a:prstGeom prst="rect">
            <a:avLst/>
          </a:prstGeom>
          <a:gradFill>
            <a:gsLst>
              <a:gs pos="0">
                <a:srgbClr val="FF8853">
                  <a:alpha val="0"/>
                </a:srgbClr>
              </a:gs>
              <a:gs pos="100000">
                <a:srgbClr val="E20030">
                  <a:alpha val="26667"/>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Oval 15">
            <a:extLst>
              <a:ext uri="{FF2B5EF4-FFF2-40B4-BE49-F238E27FC236}">
                <a16:creationId xmlns:a16="http://schemas.microsoft.com/office/drawing/2014/main" id="{73BF3F7A-648F-D0EF-7F78-291994136587}"/>
              </a:ext>
            </a:extLst>
          </p:cNvPr>
          <p:cNvSpPr/>
          <p:nvPr userDrawn="1"/>
        </p:nvSpPr>
        <p:spPr>
          <a:xfrm rot="15104535">
            <a:off x="727756" y="1202399"/>
            <a:ext cx="4640488" cy="4640488"/>
          </a:xfrm>
          <a:prstGeom prst="ellipse">
            <a:avLst/>
          </a:prstGeom>
          <a:gradFill>
            <a:gsLst>
              <a:gs pos="53000">
                <a:srgbClr val="FFC5BD">
                  <a:alpha val="0"/>
                </a:srgbClr>
              </a:gs>
              <a:gs pos="100000">
                <a:srgbClr val="FFC5BD">
                  <a:alpha val="14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31520" y="1631115"/>
            <a:ext cx="3685032" cy="3621024"/>
          </a:xfrm>
        </p:spPr>
        <p:txBody>
          <a:bodyPr anchor="ctr">
            <a:noAutofit/>
          </a:bodyPr>
          <a:lstStyle>
            <a:lvl1pPr algn="ctr">
              <a:lnSpc>
                <a:spcPct val="110000"/>
              </a:lnSpc>
              <a:defRPr sz="4400" cap="all" spc="700" baseline="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47020" y="859536"/>
            <a:ext cx="5447572" cy="5111496"/>
          </a:xfrm>
        </p:spPr>
        <p:txBody>
          <a:bodyPr vert="horz" lIns="91440" tIns="45720" rIns="91440" bIns="45720" rtlCol="0" anchor="ctr">
            <a:normAutofit/>
          </a:bodyPr>
          <a:lstStyle>
            <a:lvl1pPr>
              <a:defRPr lang="en-US" sz="2000" b="0" cap="none" spc="0" baseline="0" dirty="0"/>
            </a:lvl1pPr>
            <a:lvl2pPr>
              <a:defRPr lang="en-US" b="1" cap="all" spc="400" baseline="0" dirty="0"/>
            </a:lvl2pPr>
            <a:lvl3pPr>
              <a:defRPr lang="en-US" b="1" cap="all" spc="400" baseline="0" dirty="0"/>
            </a:lvl3pPr>
            <a:lvl4pPr>
              <a:defRPr lang="en-US" b="1" cap="all" spc="400" baseline="0" dirty="0"/>
            </a:lvl4pPr>
            <a:lvl5pPr>
              <a:defRPr lang="en-US" b="1" cap="all" spc="400" baseline="0" dirty="0"/>
            </a:lvl5pPr>
          </a:lstStyle>
          <a:p>
            <a:pPr marL="438912" lvl="0" indent="-347472">
              <a:lnSpc>
                <a:spcPct val="130000"/>
              </a:lnSpc>
              <a:buFont typeface="+mj-lt"/>
              <a:buAutoNum type="arabicPeriod"/>
            </a:pPr>
            <a:r>
              <a:rPr lang="en-US"/>
              <a:t>Click to edit Master text styles</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786050D0-0A6D-4ADD-B055-9735452226DE}"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Rectangle 7">
            <a:extLst>
              <a:ext uri="{FF2B5EF4-FFF2-40B4-BE49-F238E27FC236}">
                <a16:creationId xmlns:a16="http://schemas.microsoft.com/office/drawing/2014/main" id="{2B9EAE32-192C-3D69-EEB0-472614B77B76}"/>
              </a:ext>
            </a:extLst>
          </p:cNvPr>
          <p:cNvSpPr/>
          <p:nvPr userDrawn="1"/>
        </p:nvSpPr>
        <p:spPr>
          <a:xfrm>
            <a:off x="5239513" y="-6155"/>
            <a:ext cx="870204" cy="68703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06211921"/>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4681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8FF51FB-63DF-438D-A9D8-EA0923CBCD7C}" type="datetime2">
              <a:rPr lang="en-US" smtClean="0"/>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F79EBA-019D-E771-8953-67B53160FDFE}"/>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B2ED983-6540-4D18-B2AD-78EE37F70731}"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429130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10838800" cy="96012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7502" y="1664208"/>
            <a:ext cx="10838801" cy="42680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1776B9-DD45-4D27-87E7-49F0BD5F97B1}" type="datetime2">
              <a:rPr lang="en-US" smtClean="0"/>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1_Title, Content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9FF914-ECFF-A4E1-AD86-108676B324D3}"/>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98606AF-234E-F01C-E350-3E326E5ABE30}"/>
              </a:ext>
            </a:extLst>
          </p:cNvPr>
          <p:cNvSpPr/>
          <p:nvPr userDrawn="1"/>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FE6AE3A-A1C7-E9CA-615A-87942C8FD35D}"/>
              </a:ext>
            </a:extLst>
          </p:cNvPr>
          <p:cNvSpPr/>
          <p:nvPr userDrawn="1"/>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C082EBC-AF50-5C78-B731-0C4380660AF5}"/>
              </a:ext>
            </a:extLst>
          </p:cNvPr>
          <p:cNvSpPr/>
          <p:nvPr userDrawn="1"/>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B1776B9-DD45-4D27-87E7-49F0BD5F97B1}"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609446" y="710030"/>
            <a:ext cx="1612084" cy="365760"/>
          </a:xfr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565910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2_Title, Content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B755E11-D652-0E46-BCE3-F218635E04B0}"/>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28D6F9C-5A28-E225-9021-5930BE64E6C9}"/>
              </a:ext>
            </a:extLst>
          </p:cNvPr>
          <p:cNvSpPr/>
          <p:nvPr userDrawn="1"/>
        </p:nvSpPr>
        <p:spPr>
          <a:xfrm>
            <a:off x="-11208" y="5257371"/>
            <a:ext cx="12203208" cy="1600629"/>
          </a:xfrm>
          <a:prstGeom prst="rect">
            <a:avLst/>
          </a:prstGeom>
          <a:gradFill>
            <a:gsLst>
              <a:gs pos="0">
                <a:srgbClr val="DA002F">
                  <a:alpha val="82353"/>
                </a:srgbClr>
              </a:gs>
              <a:gs pos="100000">
                <a:srgbClr val="FF8269"/>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A003E8D-1BB8-6625-A6EF-EB6087366721}"/>
              </a:ext>
            </a:extLst>
          </p:cNvPr>
          <p:cNvSpPr/>
          <p:nvPr userDrawn="1"/>
        </p:nvSpPr>
        <p:spPr>
          <a:xfrm>
            <a:off x="0" y="5260996"/>
            <a:ext cx="7751481" cy="1597004"/>
          </a:xfrm>
          <a:prstGeom prst="rect">
            <a:avLst/>
          </a:prstGeom>
          <a:gradFill>
            <a:gsLst>
              <a:gs pos="0">
                <a:srgbClr val="D861D4">
                  <a:alpha val="57647"/>
                </a:srgbClr>
              </a:gs>
              <a:gs pos="99000">
                <a:srgbClr val="DA002F">
                  <a:alpha val="0"/>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F51B1A1-48B2-CA05-F24B-A2DE36F583AC}"/>
              </a:ext>
            </a:extLst>
          </p:cNvPr>
          <p:cNvSpPr/>
          <p:nvPr userDrawn="1"/>
        </p:nvSpPr>
        <p:spPr>
          <a:xfrm>
            <a:off x="4073879" y="5258819"/>
            <a:ext cx="8129329" cy="1153673"/>
          </a:xfrm>
          <a:prstGeom prst="rect">
            <a:avLst/>
          </a:prstGeom>
          <a:gradFill>
            <a:gsLst>
              <a:gs pos="0">
                <a:srgbClr val="D861D4">
                  <a:alpha val="0"/>
                </a:srgbClr>
              </a:gs>
              <a:gs pos="99000">
                <a:srgbClr val="A6025C">
                  <a:alpha val="47843"/>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5605272"/>
            <a:ext cx="10607040" cy="822960"/>
          </a:xfrm>
        </p:spPr>
        <p:txBody>
          <a:bodyPr anchor="ct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548640"/>
            <a:ext cx="10607040" cy="42976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C43C0ACC-E8B0-1C9D-8B48-3680DCD6574D}"/>
              </a:ext>
            </a:extLst>
          </p:cNvPr>
          <p:cNvSpPr>
            <a:spLocks noGrp="1"/>
          </p:cNvSpPr>
          <p:nvPr>
            <p:ph type="dt" sz="half" idx="10"/>
          </p:nvPr>
        </p:nvSpPr>
        <p:spPr/>
        <p:txBody>
          <a:bodyPr/>
          <a:lstStyle/>
          <a:p>
            <a:fld id="{D13647E4-A40C-47B0-8F60-493CEFCF7B87}" type="datetime2">
              <a:rPr lang="en-US" smtClean="0"/>
              <a:pPr/>
              <a:t>Tuesday, May 13, 2025</a:t>
            </a:fld>
            <a:endParaRPr lang="en-US" dirty="0"/>
          </a:p>
        </p:txBody>
      </p:sp>
      <p:sp>
        <p:nvSpPr>
          <p:cNvPr id="12" name="Footer Placeholder 11">
            <a:extLst>
              <a:ext uri="{FF2B5EF4-FFF2-40B4-BE49-F238E27FC236}">
                <a16:creationId xmlns:a16="http://schemas.microsoft.com/office/drawing/2014/main" id="{A9B77E30-3C8A-53D6-B8B0-6F77EFAC521C}"/>
              </a:ext>
            </a:extLst>
          </p:cNvPr>
          <p:cNvSpPr>
            <a:spLocks noGrp="1"/>
          </p:cNvSpPr>
          <p:nvPr>
            <p:ph type="ftr" sz="quarter" idx="11"/>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2CAF298F-05FA-E195-5EDD-D5082F0779A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375621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4EE65DB-DCE4-4CC8-8970-B5FB90995013}" type="datetime2">
              <a:rPr lang="en-US" smtClean="0"/>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9C7167C-35C3-4D3C-8211-6EA6B300FB8D}" type="datetime2">
              <a:rPr lang="en-US" smtClean="0"/>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01A265-572B-4CE3-BF1E-49FA635B340E}" type="datetime2">
              <a:rPr lang="en-US" smtClean="0"/>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033272"/>
            <a:ext cx="4645152" cy="4782312"/>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099048" y="704088"/>
            <a:ext cx="5102352" cy="51023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01A265-572B-4CE3-BF1E-49FA635B340E}" type="datetime2">
              <a:rPr lang="en-US" smtClean="0"/>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3718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F597058-21C2-45DA-9492-5D03BBA5EC42}" type="datetime2">
              <a:rPr lang="en-US" smtClean="0"/>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335543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Content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934A4A-81A5-850B-28C8-925EC80BCE5B}"/>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0E3BB42-9A1D-1DDD-497D-2D2C2FB1D3C2}"/>
              </a:ext>
            </a:extLst>
          </p:cNvPr>
          <p:cNvSpPr/>
          <p:nvPr userDrawn="1"/>
        </p:nvSpPr>
        <p:spPr>
          <a:xfrm flipH="1">
            <a:off x="-2" y="0"/>
            <a:ext cx="5069509" cy="6858000"/>
          </a:xfrm>
          <a:prstGeom prst="rect">
            <a:avLst/>
          </a:prstGeom>
          <a:gradFill>
            <a:gsLst>
              <a:gs pos="2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3B0FA1C-6558-AD49-1D1D-2C26FDA869B0}"/>
              </a:ext>
            </a:extLst>
          </p:cNvPr>
          <p:cNvSpPr/>
          <p:nvPr userDrawn="1"/>
        </p:nvSpPr>
        <p:spPr>
          <a:xfrm flipH="1">
            <a:off x="-2212" y="0"/>
            <a:ext cx="5069510" cy="6858000"/>
          </a:xfrm>
          <a:prstGeom prst="rect">
            <a:avLst/>
          </a:prstGeom>
          <a:gradFill>
            <a:gsLst>
              <a:gs pos="22000">
                <a:srgbClr val="FF5076">
                  <a:alpha val="0"/>
                </a:srgbClr>
              </a:gs>
              <a:gs pos="99000">
                <a:srgbClr val="92248E">
                  <a:alpha val="91765"/>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762C8CA-11D5-1D60-3A3D-EB373EE3C055}"/>
              </a:ext>
            </a:extLst>
          </p:cNvPr>
          <p:cNvSpPr/>
          <p:nvPr userDrawn="1"/>
        </p:nvSpPr>
        <p:spPr>
          <a:xfrm rot="16200000" flipH="1">
            <a:off x="488081" y="1820119"/>
            <a:ext cx="4081390" cy="5020979"/>
          </a:xfrm>
          <a:prstGeom prst="rect">
            <a:avLst/>
          </a:prstGeom>
          <a:gradFill>
            <a:gsLst>
              <a:gs pos="2000">
                <a:srgbClr val="DA002F">
                  <a:alpha val="18824"/>
                </a:srgbClr>
              </a:gs>
              <a:gs pos="96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F8FB21F-E81E-00F4-7A32-F0ECCE58BA07}"/>
              </a:ext>
            </a:extLst>
          </p:cNvPr>
          <p:cNvSpPr/>
          <p:nvPr userDrawn="1"/>
        </p:nvSpPr>
        <p:spPr>
          <a:xfrm rot="12508972">
            <a:off x="-666373" y="1044109"/>
            <a:ext cx="5005754" cy="5005754"/>
          </a:xfrm>
          <a:prstGeom prst="ellipse">
            <a:avLst/>
          </a:prstGeom>
          <a:gradFill>
            <a:gsLst>
              <a:gs pos="31000">
                <a:srgbClr val="FF907A">
                  <a:alpha val="0"/>
                </a:srgbClr>
              </a:gs>
              <a:gs pos="85000">
                <a:srgbClr val="FFBCAF">
                  <a:alpha val="22353"/>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anchor="t">
            <a:normAutofit/>
          </a:bodyPr>
          <a:lstStyle>
            <a:lvl1pPr>
              <a:defRPr sz="32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742432" y="704088"/>
            <a:ext cx="585216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F597058-21C2-45DA-9492-5D03BBA5EC42}"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489663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337581" y="704088"/>
            <a:ext cx="7315200" cy="5440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2F597058-21C2-45DA-9492-5D03BBA5EC42}"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202259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Title, Content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45130D5-1D00-6FEB-7387-74C71F28B404}"/>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AA28B601-C69C-4646-1A6F-E0B059BD820C}"/>
              </a:ext>
            </a:extLst>
          </p:cNvPr>
          <p:cNvGrpSpPr/>
          <p:nvPr userDrawn="1"/>
        </p:nvGrpSpPr>
        <p:grpSpPr>
          <a:xfrm flipV="1">
            <a:off x="-7158" y="0"/>
            <a:ext cx="4083860" cy="6858003"/>
            <a:chOff x="-7158" y="0"/>
            <a:chExt cx="4083860" cy="6858003"/>
          </a:xfrm>
        </p:grpSpPr>
        <p:sp>
          <p:nvSpPr>
            <p:cNvPr id="14" name="Rectangle 13">
              <a:extLst>
                <a:ext uri="{FF2B5EF4-FFF2-40B4-BE49-F238E27FC236}">
                  <a16:creationId xmlns:a16="http://schemas.microsoft.com/office/drawing/2014/main" id="{AE584A8E-2059-44F3-F2E5-613DD3FA8564}"/>
                </a:ext>
              </a:extLst>
            </p:cNvPr>
            <p:cNvSpPr/>
            <p:nvPr/>
          </p:nvSpPr>
          <p:spPr>
            <a:xfrm rot="16200000" flipH="1">
              <a:off x="-1390266" y="1391032"/>
              <a:ext cx="6858000" cy="4075936"/>
            </a:xfrm>
            <a:prstGeom prst="rect">
              <a:avLst/>
            </a:prstGeom>
            <a:gradFill>
              <a:gsLst>
                <a:gs pos="8000">
                  <a:srgbClr val="FF907A"/>
                </a:gs>
                <a:gs pos="100000">
                  <a:srgbClr val="DA002F">
                    <a:alpha val="94902"/>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442E27A7-5C27-0EEC-280E-F834BEFB5EEB}"/>
                </a:ext>
              </a:extLst>
            </p:cNvPr>
            <p:cNvSpPr/>
            <p:nvPr/>
          </p:nvSpPr>
          <p:spPr>
            <a:xfrm rot="16200000" flipH="1">
              <a:off x="-255190" y="2534033"/>
              <a:ext cx="4572002" cy="4075937"/>
            </a:xfrm>
            <a:prstGeom prst="rect">
              <a:avLst/>
            </a:prstGeom>
            <a:gradFill>
              <a:gsLst>
                <a:gs pos="0">
                  <a:srgbClr val="FF5076">
                    <a:alpha val="0"/>
                  </a:srgbClr>
                </a:gs>
                <a:gs pos="99000">
                  <a:srgbClr val="92248E">
                    <a:alpha val="69804"/>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Freeform: Shape 15">
            <a:extLst>
              <a:ext uri="{FF2B5EF4-FFF2-40B4-BE49-F238E27FC236}">
                <a16:creationId xmlns:a16="http://schemas.microsoft.com/office/drawing/2014/main" id="{2D14699D-D1A7-C1B8-7A57-495CF5B00927}"/>
              </a:ext>
            </a:extLst>
          </p:cNvPr>
          <p:cNvSpPr/>
          <p:nvPr userDrawn="1"/>
        </p:nvSpPr>
        <p:spPr>
          <a:xfrm>
            <a:off x="-263567" y="1650341"/>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58000">
                <a:srgbClr val="FFFFFF">
                  <a:alpha val="0"/>
                </a:srgbClr>
              </a:gs>
              <a:gs pos="100000">
                <a:srgbClr val="FF907A">
                  <a:alpha val="22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1793A403-F50E-397D-6C2C-41B158B1C439}"/>
              </a:ext>
            </a:extLst>
          </p:cNvPr>
          <p:cNvSpPr/>
          <p:nvPr userDrawn="1"/>
        </p:nvSpPr>
        <p:spPr>
          <a:xfrm rot="16200000" flipH="1">
            <a:off x="432103" y="3240908"/>
            <a:ext cx="3657602" cy="3576586"/>
          </a:xfrm>
          <a:prstGeom prst="rect">
            <a:avLst/>
          </a:prstGeom>
          <a:gradFill>
            <a:gsLst>
              <a:gs pos="0">
                <a:srgbClr val="FA0036">
                  <a:alpha val="19000"/>
                </a:srgbClr>
              </a:gs>
              <a:gs pos="47000">
                <a:srgbClr val="FF692D">
                  <a:alpha val="0"/>
                </a:srgb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anchor="t">
            <a:normAutofit/>
          </a:bodyPr>
          <a:lstStyle>
            <a:lvl1pPr>
              <a:defRPr sz="32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F597058-21C2-45DA-9492-5D03BBA5EC42}"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Rectangle 6">
            <a:extLst>
              <a:ext uri="{FF2B5EF4-FFF2-40B4-BE49-F238E27FC236}">
                <a16:creationId xmlns:a16="http://schemas.microsoft.com/office/drawing/2014/main" id="{01CAB743-78F0-89EF-4753-7BB399825939}"/>
              </a:ext>
            </a:extLst>
          </p:cNvPr>
          <p:cNvSpPr/>
          <p:nvPr userDrawn="1"/>
        </p:nvSpPr>
        <p:spPr>
          <a:xfrm>
            <a:off x="3982245" y="0"/>
            <a:ext cx="18758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574857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669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1F0F950-8312-43D3-9C9E-77C02D7FB419}" type="datetime2">
              <a:rPr lang="en-US" smtClean="0"/>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36392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99860F0-0054-C335-5678-BB7068846C6F}"/>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A25602F-A3DF-D9F1-7FA9-CEEBDF10CC47}"/>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0D717678-57B3-8618-84C9-E78D4FC76A14}"/>
              </a:ext>
            </a:extLst>
          </p:cNvPr>
          <p:cNvSpPr/>
          <p:nvPr userDrawn="1"/>
        </p:nvSpPr>
        <p:spPr>
          <a:xfrm flipH="1">
            <a:off x="4279391" y="6400799"/>
            <a:ext cx="7912605"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75504" y="475488"/>
            <a:ext cx="6400800" cy="119786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73236"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4989D406-007F-4DD6-80CC-E1B486447D55}" type="datetime2">
              <a:rPr lang="en-US" smtClean="0"/>
              <a:pPr/>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EF865004-0BBF-F9D8-0898-3511BA118B20}"/>
              </a:ext>
            </a:extLst>
          </p:cNvPr>
          <p:cNvSpPr>
            <a:spLocks noGrp="1"/>
          </p:cNvSpPr>
          <p:nvPr>
            <p:ph type="pic" sz="quarter" idx="15"/>
          </p:nvPr>
        </p:nvSpPr>
        <p:spPr>
          <a:xfrm>
            <a:off x="603503" y="603504"/>
            <a:ext cx="3665857" cy="520293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68DFF7-84C4-DA92-2628-88F515669E3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E8358C6A-FFB7-7F91-94AA-423822AA8C38}"/>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F7B507E-31E7-16F8-CF5C-A1250BA873D8}"/>
              </a:ext>
            </a:extLst>
          </p:cNvPr>
          <p:cNvSpPr/>
          <p:nvPr userDrawn="1"/>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CB8E25A-F53A-4F1A-A5AA-D00945D73DB7}"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p:nvPr>
        </p:nvSpPr>
        <p:spPr>
          <a:xfrm>
            <a:off x="8022440" y="603504"/>
            <a:ext cx="3553863" cy="520293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71C36B-E56C-A499-1D3F-AC8DC09B0AE3}"/>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BC72D07-FB95-F16C-6535-C8AEB3ACAFA0}"/>
              </a:ext>
            </a:extLst>
          </p:cNvPr>
          <p:cNvSpPr/>
          <p:nvPr userDrawn="1"/>
        </p:nvSpPr>
        <p:spPr>
          <a:xfrm rot="10800000" flipH="1">
            <a:off x="0" y="6408316"/>
            <a:ext cx="12192000" cy="449256"/>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CAA119A-27E9-C86D-0929-AC7B5A35BD16}"/>
              </a:ext>
            </a:extLst>
          </p:cNvPr>
          <p:cNvSpPr/>
          <p:nvPr userDrawn="1"/>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C4F7BF24-7766-4AC9-B77A-480087C23DD5}" type="datetime2">
              <a:rPr lang="en-US" smtClean="0"/>
              <a:pPr/>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p:nvPr>
        </p:nvSpPr>
        <p:spPr>
          <a:xfrm>
            <a:off x="603503" y="603504"/>
            <a:ext cx="3192563" cy="520293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41EC5E-2E3A-29A5-7F01-3D098A93FA76}"/>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CDB1A6A-A82E-C28C-BC71-E59067A1D47F}"/>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2B683A0-4783-F398-8347-7EAF3DEE633C}"/>
              </a:ext>
            </a:extLst>
          </p:cNvPr>
          <p:cNvSpPr/>
          <p:nvPr userDrawn="1"/>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7CBA166-2CB7-4057-B29C-09DC99644EA2}"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p:nvPr>
        </p:nvSpPr>
        <p:spPr>
          <a:xfrm>
            <a:off x="8491126" y="603504"/>
            <a:ext cx="3085177" cy="520293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107E25-160D-38D9-0187-6CC52C174FD8}"/>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73ED179-3715-34B2-8655-00DD914CD368}"/>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88FBA7F-5058-33B2-4A7B-EF9D01BF5F1C}"/>
              </a:ext>
            </a:extLst>
          </p:cNvPr>
          <p:cNvSpPr/>
          <p:nvPr userDrawn="1"/>
        </p:nvSpPr>
        <p:spPr>
          <a:xfrm flipH="1">
            <a:off x="6397646" y="6400799"/>
            <a:ext cx="5794350"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87768" y="448056"/>
            <a:ext cx="4288536" cy="1225296"/>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87768" y="1837944"/>
            <a:ext cx="4288536"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8178D38-89D5-9865-D95F-A98395F0E860}"/>
              </a:ext>
            </a:extLst>
          </p:cNvPr>
          <p:cNvSpPr>
            <a:spLocks noGrp="1"/>
          </p:cNvSpPr>
          <p:nvPr>
            <p:ph type="dt" sz="half" idx="15"/>
          </p:nvPr>
        </p:nvSpPr>
        <p:spPr/>
        <p:txBody>
          <a:bodyPr/>
          <a:lstStyle/>
          <a:p>
            <a:fld id="{D13647E4-A40C-47B0-8F60-493CEFCF7B87}" type="datetime2">
              <a:rPr lang="en-US" smtClean="0"/>
              <a:pPr/>
              <a:t>Tuesday, May 13, 2025</a:t>
            </a:fld>
            <a:endParaRPr lang="en-US" dirty="0"/>
          </a:p>
        </p:txBody>
      </p:sp>
      <p:sp>
        <p:nvSpPr>
          <p:cNvPr id="9" name="Footer Placeholder 8">
            <a:extLst>
              <a:ext uri="{FF2B5EF4-FFF2-40B4-BE49-F238E27FC236}">
                <a16:creationId xmlns:a16="http://schemas.microsoft.com/office/drawing/2014/main" id="{158B23E9-B0FB-80CD-2482-F6F6EDA2AE0C}"/>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F7536A15-BB6F-BE03-5C6F-953277F8EC65}"/>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14" name="Picture Placeholder 13">
            <a:extLst>
              <a:ext uri="{FF2B5EF4-FFF2-40B4-BE49-F238E27FC236}">
                <a16:creationId xmlns:a16="http://schemas.microsoft.com/office/drawing/2014/main" id="{66E1C8F7-F8B7-11CE-D365-4629F58BC375}"/>
              </a:ext>
            </a:extLst>
          </p:cNvPr>
          <p:cNvSpPr>
            <a:spLocks noGrp="1"/>
          </p:cNvSpPr>
          <p:nvPr>
            <p:ph type="pic" sz="quarter" idx="18"/>
          </p:nvPr>
        </p:nvSpPr>
        <p:spPr>
          <a:xfrm>
            <a:off x="603504" y="603504"/>
            <a:ext cx="5794143" cy="5202936"/>
          </a:xfrm>
          <a:blipFill>
            <a:blip r:embed="rId2">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23EECB3-6D21-F6E4-F21D-F078158585F7}"/>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E89835B-0D30-1E17-A783-C1A1C601B335}"/>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DDD1F26-1F28-7B15-5B2B-52747D8AF1F6}"/>
              </a:ext>
            </a:extLst>
          </p:cNvPr>
          <p:cNvSpPr/>
          <p:nvPr userDrawn="1"/>
        </p:nvSpPr>
        <p:spPr>
          <a:xfrm flipH="1">
            <a:off x="5907024" y="6406116"/>
            <a:ext cx="6284976"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48056"/>
            <a:ext cx="4288536" cy="1225296"/>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837944"/>
            <a:ext cx="4288536"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5AB0604A-F4CD-5078-40E6-06B85021C9A6}"/>
              </a:ext>
            </a:extLst>
          </p:cNvPr>
          <p:cNvSpPr>
            <a:spLocks noGrp="1"/>
          </p:cNvSpPr>
          <p:nvPr>
            <p:ph type="pic" sz="quarter" idx="15"/>
          </p:nvPr>
        </p:nvSpPr>
        <p:spPr>
          <a:xfrm>
            <a:off x="5907024" y="603504"/>
            <a:ext cx="5669280" cy="5202936"/>
          </a:xfrm>
          <a:blipFill>
            <a:blip r:embed="rId2">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14" name="Date Placeholder 13">
            <a:extLst>
              <a:ext uri="{FF2B5EF4-FFF2-40B4-BE49-F238E27FC236}">
                <a16:creationId xmlns:a16="http://schemas.microsoft.com/office/drawing/2014/main" id="{E1A81F16-A50D-E6B9-94A5-5D332C6EA90A}"/>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5" name="Footer Placeholder 14">
            <a:extLst>
              <a:ext uri="{FF2B5EF4-FFF2-40B4-BE49-F238E27FC236}">
                <a16:creationId xmlns:a16="http://schemas.microsoft.com/office/drawing/2014/main" id="{A44047AF-0E28-B0EA-B237-1BC451E67DE0}"/>
              </a:ext>
            </a:extLst>
          </p:cNvPr>
          <p:cNvSpPr>
            <a:spLocks noGrp="1"/>
          </p:cNvSpPr>
          <p:nvPr>
            <p:ph type="ftr" sz="quarter" idx="17"/>
          </p:nvPr>
        </p:nvSpPr>
        <p:spPr/>
        <p:txBody>
          <a:bodyPr/>
          <a:lstStyle/>
          <a:p>
            <a:r>
              <a:rPr lang="en-US" dirty="0"/>
              <a:t>Sample Footer Text</a:t>
            </a:r>
          </a:p>
        </p:txBody>
      </p:sp>
      <p:sp>
        <p:nvSpPr>
          <p:cNvPr id="16" name="Slide Number Placeholder 15">
            <a:extLst>
              <a:ext uri="{FF2B5EF4-FFF2-40B4-BE49-F238E27FC236}">
                <a16:creationId xmlns:a16="http://schemas.microsoft.com/office/drawing/2014/main" id="{35A257B2-6FAD-52EB-A460-8F67F1F6C375}"/>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00FDF4-E04E-45E3-73D7-9BD1BD2BCA87}"/>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9DCA41D-9DCB-DD45-31CF-2ACE1D2C681B}"/>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21F0C67-B5B9-BA90-0D30-7132F7490891}"/>
              </a:ext>
            </a:extLst>
          </p:cNvPr>
          <p:cNvSpPr/>
          <p:nvPr userDrawn="1"/>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p:nvPr>
        </p:nvSpPr>
        <p:spPr>
          <a:xfrm>
            <a:off x="603504" y="603504"/>
            <a:ext cx="4643816" cy="520293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p:txBody>
          <a:bodyPr/>
          <a:lstStyle/>
          <a:p>
            <a:r>
              <a:rPr lang="en-US" dirty="0"/>
              <a:t>Sample Footer Text</a:t>
            </a:r>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837350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9D4CDB-CF7F-55FD-1AAA-2B9CC97A8DFA}"/>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BAA8341-3BAF-5D28-E4C9-ECD6E9570B99}"/>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308C531-327D-304A-1A59-77D674F9CB28}"/>
              </a:ext>
            </a:extLst>
          </p:cNvPr>
          <p:cNvSpPr/>
          <p:nvPr userDrawn="1"/>
        </p:nvSpPr>
        <p:spPr>
          <a:xfrm flipH="1">
            <a:off x="7046622" y="6406116"/>
            <a:ext cx="514537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522976" cy="119786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66D5AAE1-4E9C-F9D6-E71A-C63443C2C23F}"/>
              </a:ext>
            </a:extLst>
          </p:cNvPr>
          <p:cNvSpPr>
            <a:spLocks noGrp="1"/>
          </p:cNvSpPr>
          <p:nvPr>
            <p:ph type="pic" sz="quarter" idx="15"/>
          </p:nvPr>
        </p:nvSpPr>
        <p:spPr>
          <a:xfrm>
            <a:off x="7062321" y="603504"/>
            <a:ext cx="4513983" cy="520293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12" name="Date Placeholder 11">
            <a:extLst>
              <a:ext uri="{FF2B5EF4-FFF2-40B4-BE49-F238E27FC236}">
                <a16:creationId xmlns:a16="http://schemas.microsoft.com/office/drawing/2014/main" id="{DDF81D16-1E38-A820-F747-B80568736494}"/>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3" name="Footer Placeholder 12">
            <a:extLst>
              <a:ext uri="{FF2B5EF4-FFF2-40B4-BE49-F238E27FC236}">
                <a16:creationId xmlns:a16="http://schemas.microsoft.com/office/drawing/2014/main" id="{595F13AB-7710-9466-08C2-BE2FF29E0518}"/>
              </a:ext>
            </a:extLst>
          </p:cNvPr>
          <p:cNvSpPr>
            <a:spLocks noGrp="1"/>
          </p:cNvSpPr>
          <p:nvPr>
            <p:ph type="ftr" sz="quarter" idx="17"/>
          </p:nvPr>
        </p:nvSpPr>
        <p:spPr/>
        <p:txBody>
          <a:bodyPr/>
          <a:lstStyle/>
          <a:p>
            <a:r>
              <a:rPr lang="en-US" dirty="0"/>
              <a:t>Sample Footer Text</a:t>
            </a:r>
          </a:p>
        </p:txBody>
      </p:sp>
      <p:sp>
        <p:nvSpPr>
          <p:cNvPr id="14" name="Slide Number Placeholder 13">
            <a:extLst>
              <a:ext uri="{FF2B5EF4-FFF2-40B4-BE49-F238E27FC236}">
                <a16:creationId xmlns:a16="http://schemas.microsoft.com/office/drawing/2014/main" id="{81B051B9-BDAB-46D2-1F7A-CA9702880A46}"/>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405861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Content Photo 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5CC41A-D8E0-A7DE-B386-41A7DFBD866C}"/>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6D6C8369-8B56-FC95-3B30-D31F58AEB76E}"/>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1DBE5234-4311-67E5-FF36-51D9F172A8AF}"/>
              </a:ext>
            </a:extLst>
          </p:cNvPr>
          <p:cNvSpPr/>
          <p:nvPr userDrawn="1"/>
        </p:nvSpPr>
        <p:spPr>
          <a:xfrm flipH="1">
            <a:off x="7046622" y="6406116"/>
            <a:ext cx="514537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522976" cy="119786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5">
            <a:extLst>
              <a:ext uri="{FF2B5EF4-FFF2-40B4-BE49-F238E27FC236}">
                <a16:creationId xmlns:a16="http://schemas.microsoft.com/office/drawing/2014/main" id="{BE89CE31-CEE9-CD6F-D010-24F4D96531C6}"/>
              </a:ext>
            </a:extLst>
          </p:cNvPr>
          <p:cNvSpPr>
            <a:spLocks noGrp="1"/>
          </p:cNvSpPr>
          <p:nvPr>
            <p:ph type="pic" sz="quarter" idx="19"/>
          </p:nvPr>
        </p:nvSpPr>
        <p:spPr>
          <a:xfrm>
            <a:off x="7046622" y="959308"/>
            <a:ext cx="4544568" cy="4544568"/>
          </a:xfrm>
          <a:custGeom>
            <a:avLst/>
            <a:gdLst>
              <a:gd name="connsiteX0" fmla="*/ 2272284 w 4544568"/>
              <a:gd name="connsiteY0" fmla="*/ 0 h 4544568"/>
              <a:gd name="connsiteX1" fmla="*/ 4544568 w 4544568"/>
              <a:gd name="connsiteY1" fmla="*/ 2272284 h 4544568"/>
              <a:gd name="connsiteX2" fmla="*/ 2272284 w 4544568"/>
              <a:gd name="connsiteY2" fmla="*/ 4544568 h 4544568"/>
              <a:gd name="connsiteX3" fmla="*/ 0 w 4544568"/>
              <a:gd name="connsiteY3" fmla="*/ 2272284 h 4544568"/>
              <a:gd name="connsiteX4" fmla="*/ 2272284 w 4544568"/>
              <a:gd name="connsiteY4" fmla="*/ 0 h 4544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4568" h="4544568">
                <a:moveTo>
                  <a:pt x="2272284" y="0"/>
                </a:moveTo>
                <a:cubicBezTo>
                  <a:pt x="3527232" y="0"/>
                  <a:pt x="4544568" y="1017336"/>
                  <a:pt x="4544568" y="2272284"/>
                </a:cubicBezTo>
                <a:cubicBezTo>
                  <a:pt x="4544568" y="3527232"/>
                  <a:pt x="3527232" y="4544568"/>
                  <a:pt x="2272284" y="4544568"/>
                </a:cubicBezTo>
                <a:cubicBezTo>
                  <a:pt x="1017336" y="4544568"/>
                  <a:pt x="0" y="3527232"/>
                  <a:pt x="0" y="2272284"/>
                </a:cubicBezTo>
                <a:cubicBezTo>
                  <a:pt x="0" y="1017336"/>
                  <a:pt x="1017336" y="0"/>
                  <a:pt x="2272284" y="0"/>
                </a:cubicBezTo>
                <a:close/>
              </a:path>
            </a:pathLst>
          </a:custGeom>
          <a:blipFill>
            <a:blip r:embed="rId2">
              <a:alphaModFix amt="85000"/>
              <a:extLst>
                <a:ext uri="{28A0092B-C50C-407E-A947-70E740481C1C}">
                  <a14:useLocalDpi xmlns:a14="http://schemas.microsoft.com/office/drawing/2010/main"/>
                </a:ext>
              </a:extLst>
            </a:blip>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
        <p:nvSpPr>
          <p:cNvPr id="12" name="Date Placeholder 11">
            <a:extLst>
              <a:ext uri="{FF2B5EF4-FFF2-40B4-BE49-F238E27FC236}">
                <a16:creationId xmlns:a16="http://schemas.microsoft.com/office/drawing/2014/main" id="{3E81BC1E-E116-6500-9431-437D56BA6CD6}"/>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3" name="Footer Placeholder 12">
            <a:extLst>
              <a:ext uri="{FF2B5EF4-FFF2-40B4-BE49-F238E27FC236}">
                <a16:creationId xmlns:a16="http://schemas.microsoft.com/office/drawing/2014/main" id="{48532073-0759-5850-AE54-E7246417A1E1}"/>
              </a:ext>
            </a:extLst>
          </p:cNvPr>
          <p:cNvSpPr>
            <a:spLocks noGrp="1"/>
          </p:cNvSpPr>
          <p:nvPr>
            <p:ph type="ftr" sz="quarter" idx="17"/>
          </p:nvPr>
        </p:nvSpPr>
        <p:spPr/>
        <p:txBody>
          <a:bodyPr/>
          <a:lstStyle/>
          <a:p>
            <a:r>
              <a:rPr lang="en-US" dirty="0"/>
              <a:t>Sample Footer Text</a:t>
            </a:r>
          </a:p>
        </p:txBody>
      </p:sp>
      <p:sp>
        <p:nvSpPr>
          <p:cNvPr id="14" name="Slide Number Placeholder 13">
            <a:extLst>
              <a:ext uri="{FF2B5EF4-FFF2-40B4-BE49-F238E27FC236}">
                <a16:creationId xmlns:a16="http://schemas.microsoft.com/office/drawing/2014/main" id="{FACDF0BD-37DF-D14C-8EA0-08BC14DD3BF6}"/>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06609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205052-C3B6-6D2C-A5A8-3EFDF993E71B}"/>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81E3123-7D9E-2A08-F196-CDF340945D9D}"/>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FF22AD7-5E04-F73B-69E6-5FA92F998C90}"/>
              </a:ext>
            </a:extLst>
          </p:cNvPr>
          <p:cNvSpPr/>
          <p:nvPr userDrawn="1"/>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p:nvPr>
        </p:nvSpPr>
        <p:spPr>
          <a:xfrm>
            <a:off x="603504" y="603504"/>
            <a:ext cx="6681111" cy="520293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Content Photo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E22D09-4173-2C77-DB2B-BF36D074809C}"/>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F6D32184-C2FE-9DC1-F1B7-95169B2DC229}"/>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B42D940-3181-C288-3362-E36299EE62CD}"/>
              </a:ext>
            </a:extLst>
          </p:cNvPr>
          <p:cNvSpPr/>
          <p:nvPr userDrawn="1"/>
        </p:nvSpPr>
        <p:spPr>
          <a:xfrm flipH="1">
            <a:off x="8115300" y="6406116"/>
            <a:ext cx="40766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119786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410712"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p:nvPr>
        </p:nvSpPr>
        <p:spPr>
          <a:xfrm>
            <a:off x="8115300" y="603504"/>
            <a:ext cx="3461004" cy="5202936"/>
          </a:xfrm>
          <a:blipFill>
            <a:blip r:embed="rId2" cstate="print">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88169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Title, Content Photo 9">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FAED98-EC87-0DFC-FB26-FA955AFAE169}"/>
              </a:ext>
            </a:extLst>
          </p:cNvPr>
          <p:cNvSpPr/>
          <p:nvPr userDrawn="1"/>
        </p:nvSpPr>
        <p:spPr>
          <a:xfrm>
            <a:off x="1905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086DCB6-3459-2FE1-0EA3-79FA7BDD2CB5}"/>
              </a:ext>
            </a:extLst>
          </p:cNvPr>
          <p:cNvSpPr/>
          <p:nvPr userDrawn="1"/>
        </p:nvSpPr>
        <p:spPr>
          <a:xfrm rot="16200000" flipH="1">
            <a:off x="-1390263" y="1391038"/>
            <a:ext cx="6858000" cy="4075926"/>
          </a:xfrm>
          <a:prstGeom prst="rect">
            <a:avLst/>
          </a:prstGeom>
          <a:gradFill>
            <a:gsLst>
              <a:gs pos="0">
                <a:srgbClr val="FE4A00">
                  <a:alpha val="62000"/>
                </a:srgbClr>
              </a:gs>
              <a:gs pos="100000">
                <a:srgbClr val="DA002F"/>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C8CF784-EEE1-0791-AD3F-D1CFD9BF7805}"/>
              </a:ext>
            </a:extLst>
          </p:cNvPr>
          <p:cNvSpPr/>
          <p:nvPr userDrawn="1"/>
        </p:nvSpPr>
        <p:spPr>
          <a:xfrm rot="16200000" flipH="1">
            <a:off x="-252112" y="2533653"/>
            <a:ext cx="4572006" cy="4076699"/>
          </a:xfrm>
          <a:prstGeom prst="rect">
            <a:avLst/>
          </a:prstGeom>
          <a:gradFill>
            <a:gsLst>
              <a:gs pos="12000">
                <a:srgbClr val="FF5076">
                  <a:alpha val="0"/>
                </a:srgbClr>
              </a:gs>
              <a:gs pos="99000">
                <a:srgbClr val="92248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DF4DD92A-D010-8A0B-A546-137621F4C6FC}"/>
              </a:ext>
            </a:extLst>
          </p:cNvPr>
          <p:cNvSpPr/>
          <p:nvPr userDrawn="1"/>
        </p:nvSpPr>
        <p:spPr>
          <a:xfrm rot="20635413">
            <a:off x="-445276" y="743375"/>
            <a:ext cx="3759905" cy="4178958"/>
          </a:xfrm>
          <a:custGeom>
            <a:avLst/>
            <a:gdLst>
              <a:gd name="connsiteX0" fmla="*/ 2291773 w 3759905"/>
              <a:gd name="connsiteY0" fmla="*/ 93939 h 4178958"/>
              <a:gd name="connsiteX1" fmla="*/ 3759905 w 3759905"/>
              <a:gd name="connsiteY1" fmla="*/ 2089479 h 4178958"/>
              <a:gd name="connsiteX2" fmla="*/ 1670426 w 3759905"/>
              <a:gd name="connsiteY2" fmla="*/ 4178958 h 4178958"/>
              <a:gd name="connsiteX3" fmla="*/ 58083 w 3759905"/>
              <a:gd name="connsiteY3" fmla="*/ 3418581 h 4178958"/>
              <a:gd name="connsiteX4" fmla="*/ 0 w 3759905"/>
              <a:gd name="connsiteY4" fmla="*/ 3340909 h 4178958"/>
              <a:gd name="connsiteX5" fmla="*/ 922380 w 3759905"/>
              <a:gd name="connsiteY5" fmla="*/ 140311 h 4178958"/>
              <a:gd name="connsiteX6" fmla="*/ 1049079 w 3759905"/>
              <a:gd name="connsiteY6" fmla="*/ 93939 h 4178958"/>
              <a:gd name="connsiteX7" fmla="*/ 1670426 w 3759905"/>
              <a:gd name="connsiteY7" fmla="*/ 0 h 4178958"/>
              <a:gd name="connsiteX8" fmla="*/ 2291773 w 3759905"/>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59905" h="4178958">
                <a:moveTo>
                  <a:pt x="2291773" y="93939"/>
                </a:moveTo>
                <a:cubicBezTo>
                  <a:pt x="3142334" y="358491"/>
                  <a:pt x="3759905" y="1151865"/>
                  <a:pt x="3759905" y="2089479"/>
                </a:cubicBezTo>
                <a:cubicBezTo>
                  <a:pt x="3759905" y="3243466"/>
                  <a:pt x="2824413" y="4178958"/>
                  <a:pt x="1670426" y="4178958"/>
                </a:cubicBezTo>
                <a:cubicBezTo>
                  <a:pt x="1021308" y="4178958"/>
                  <a:pt x="441324" y="3882963"/>
                  <a:pt x="58083" y="3418581"/>
                </a:cubicBezTo>
                <a:lnTo>
                  <a:pt x="0" y="3340909"/>
                </a:lnTo>
                <a:lnTo>
                  <a:pt x="922380" y="140311"/>
                </a:lnTo>
                <a:lnTo>
                  <a:pt x="1049079" y="93939"/>
                </a:lnTo>
                <a:cubicBezTo>
                  <a:pt x="1245362" y="32889"/>
                  <a:pt x="1454053" y="0"/>
                  <a:pt x="1670426" y="0"/>
                </a:cubicBezTo>
                <a:cubicBezTo>
                  <a:pt x="1886799" y="0"/>
                  <a:pt x="2095490" y="32889"/>
                  <a:pt x="2291773" y="93939"/>
                </a:cubicBezTo>
                <a:close/>
              </a:path>
            </a:pathLst>
          </a:custGeom>
          <a:gradFill>
            <a:gsLst>
              <a:gs pos="37000">
                <a:srgbClr val="FFFFFF">
                  <a:alpha val="0"/>
                </a:srgbClr>
              </a:gs>
              <a:gs pos="100000">
                <a:srgbClr val="FF907A">
                  <a:alpha val="27843"/>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487168"/>
          </a:xfrm>
        </p:spPr>
        <p:txBody>
          <a:bodyPr anchor="t"/>
          <a:lstStyle>
            <a:lvl1pPr>
              <a:defRPr>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398264" y="704088"/>
            <a:ext cx="3803904"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p:nvPr>
        </p:nvSpPr>
        <p:spPr>
          <a:xfrm>
            <a:off x="8796527" y="-6"/>
            <a:ext cx="3432799" cy="6858006"/>
          </a:xfrm>
          <a:blipFill>
            <a:blip r:embed="rId2" cstate="print">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15" name="Date Placeholder 14">
            <a:extLst>
              <a:ext uri="{FF2B5EF4-FFF2-40B4-BE49-F238E27FC236}">
                <a16:creationId xmlns:a16="http://schemas.microsoft.com/office/drawing/2014/main" id="{A30EDB6C-5AE9-24B4-BD98-E041E52D93CF}"/>
              </a:ext>
            </a:extLst>
          </p:cNvPr>
          <p:cNvSpPr>
            <a:spLocks noGrp="1"/>
          </p:cNvSpPr>
          <p:nvPr>
            <p:ph type="dt" sz="half" idx="16"/>
          </p:nvPr>
        </p:nvSpPr>
        <p:spPr>
          <a:xfrm>
            <a:off x="4398265" y="6455664"/>
            <a:ext cx="3368542" cy="365760"/>
          </a:xfrm>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16" name="Footer Placeholder 15">
            <a:extLst>
              <a:ext uri="{FF2B5EF4-FFF2-40B4-BE49-F238E27FC236}">
                <a16:creationId xmlns:a16="http://schemas.microsoft.com/office/drawing/2014/main" id="{CEB849DE-8CA0-FF95-F865-FE69011D7B45}"/>
              </a:ext>
            </a:extLst>
          </p:cNvPr>
          <p:cNvSpPr>
            <a:spLocks noGrp="1"/>
          </p:cNvSpPr>
          <p:nvPr>
            <p:ph type="ftr" sz="quarter" idx="17"/>
          </p:nvPr>
        </p:nvSpPr>
        <p:spPr/>
        <p:txBody>
          <a:bodyPr/>
          <a:lstStyle>
            <a:lvl1pPr>
              <a:defRPr>
                <a:solidFill>
                  <a:schemeClr val="bg1"/>
                </a:solidFill>
              </a:defRPr>
            </a:lvl1pPr>
          </a:lstStyle>
          <a:p>
            <a:r>
              <a:rPr lang="en-US" dirty="0"/>
              <a:t>Sample Footer Text</a:t>
            </a:r>
          </a:p>
        </p:txBody>
      </p:sp>
      <p:sp>
        <p:nvSpPr>
          <p:cNvPr id="17" name="Slide Number Placeholder 16">
            <a:extLst>
              <a:ext uri="{FF2B5EF4-FFF2-40B4-BE49-F238E27FC236}">
                <a16:creationId xmlns:a16="http://schemas.microsoft.com/office/drawing/2014/main" id="{411C9222-ACF8-FC4F-511B-DB2D0C220E3B}"/>
              </a:ext>
            </a:extLst>
          </p:cNvPr>
          <p:cNvSpPr>
            <a:spLocks noGrp="1"/>
          </p:cNvSpPr>
          <p:nvPr>
            <p:ph type="sldNum" sz="quarter" idx="18"/>
          </p:nvPr>
        </p:nvSpPr>
        <p:spPr>
          <a:xfrm>
            <a:off x="7748519" y="6455664"/>
            <a:ext cx="548640" cy="365760"/>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Rectangle 4">
            <a:extLst>
              <a:ext uri="{FF2B5EF4-FFF2-40B4-BE49-F238E27FC236}">
                <a16:creationId xmlns:a16="http://schemas.microsoft.com/office/drawing/2014/main" id="{2AFE5C4D-EAC6-713F-6F92-65FB2F46D4FA}"/>
              </a:ext>
            </a:extLst>
          </p:cNvPr>
          <p:cNvSpPr/>
          <p:nvPr userDrawn="1"/>
        </p:nvSpPr>
        <p:spPr>
          <a:xfrm>
            <a:off x="3840480" y="0"/>
            <a:ext cx="33832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1216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Content Photo 9">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FAED98-EC87-0DFC-FB26-FA955AFAE169}"/>
              </a:ext>
            </a:extLst>
          </p:cNvPr>
          <p:cNvSpPr/>
          <p:nvPr userDrawn="1"/>
        </p:nvSpPr>
        <p:spPr>
          <a:xfrm>
            <a:off x="1905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086DCB6-3459-2FE1-0EA3-79FA7BDD2CB5}"/>
              </a:ext>
            </a:extLst>
          </p:cNvPr>
          <p:cNvSpPr/>
          <p:nvPr userDrawn="1"/>
        </p:nvSpPr>
        <p:spPr>
          <a:xfrm rot="16200000" flipH="1">
            <a:off x="-1390263" y="1391038"/>
            <a:ext cx="6858000" cy="4075926"/>
          </a:xfrm>
          <a:prstGeom prst="rect">
            <a:avLst/>
          </a:prstGeom>
          <a:gradFill>
            <a:gsLst>
              <a:gs pos="0">
                <a:srgbClr val="FE4A00">
                  <a:alpha val="62000"/>
                </a:srgbClr>
              </a:gs>
              <a:gs pos="100000">
                <a:srgbClr val="DA002F"/>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C8CF784-EEE1-0791-AD3F-D1CFD9BF7805}"/>
              </a:ext>
            </a:extLst>
          </p:cNvPr>
          <p:cNvSpPr/>
          <p:nvPr userDrawn="1"/>
        </p:nvSpPr>
        <p:spPr>
          <a:xfrm rot="16200000" flipH="1">
            <a:off x="-252112" y="2533653"/>
            <a:ext cx="4572006" cy="4076699"/>
          </a:xfrm>
          <a:prstGeom prst="rect">
            <a:avLst/>
          </a:prstGeom>
          <a:gradFill>
            <a:gsLst>
              <a:gs pos="12000">
                <a:srgbClr val="FF5076">
                  <a:alpha val="0"/>
                </a:srgbClr>
              </a:gs>
              <a:gs pos="99000">
                <a:srgbClr val="92248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id="{7F434390-19F5-ED9C-BF5E-2F7F70235680}"/>
              </a:ext>
            </a:extLst>
          </p:cNvPr>
          <p:cNvSpPr/>
          <p:nvPr userDrawn="1"/>
        </p:nvSpPr>
        <p:spPr>
          <a:xfrm rot="20635413">
            <a:off x="-433278" y="741681"/>
            <a:ext cx="3747666" cy="4178958"/>
          </a:xfrm>
          <a:custGeom>
            <a:avLst/>
            <a:gdLst>
              <a:gd name="connsiteX0" fmla="*/ 2279534 w 3747666"/>
              <a:gd name="connsiteY0" fmla="*/ 93939 h 4178958"/>
              <a:gd name="connsiteX1" fmla="*/ 3747666 w 3747666"/>
              <a:gd name="connsiteY1" fmla="*/ 2089479 h 4178958"/>
              <a:gd name="connsiteX2" fmla="*/ 1658187 w 3747666"/>
              <a:gd name="connsiteY2" fmla="*/ 4178958 h 4178958"/>
              <a:gd name="connsiteX3" fmla="*/ 45844 w 3747666"/>
              <a:gd name="connsiteY3" fmla="*/ 3418581 h 4178958"/>
              <a:gd name="connsiteX4" fmla="*/ 0 w 3747666"/>
              <a:gd name="connsiteY4" fmla="*/ 3357276 h 4178958"/>
              <a:gd name="connsiteX5" fmla="*/ 929097 w 3747666"/>
              <a:gd name="connsiteY5" fmla="*/ 133373 h 4178958"/>
              <a:gd name="connsiteX6" fmla="*/ 1036840 w 3747666"/>
              <a:gd name="connsiteY6" fmla="*/ 93939 h 4178958"/>
              <a:gd name="connsiteX7" fmla="*/ 1658187 w 3747666"/>
              <a:gd name="connsiteY7" fmla="*/ 0 h 4178958"/>
              <a:gd name="connsiteX8" fmla="*/ 2279534 w 3747666"/>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47666" h="4178958">
                <a:moveTo>
                  <a:pt x="2279534" y="93939"/>
                </a:moveTo>
                <a:cubicBezTo>
                  <a:pt x="3130095" y="358491"/>
                  <a:pt x="3747666" y="1151865"/>
                  <a:pt x="3747666" y="2089479"/>
                </a:cubicBezTo>
                <a:cubicBezTo>
                  <a:pt x="3747666" y="3243466"/>
                  <a:pt x="2812174" y="4178958"/>
                  <a:pt x="1658187" y="4178958"/>
                </a:cubicBezTo>
                <a:cubicBezTo>
                  <a:pt x="1009069" y="4178958"/>
                  <a:pt x="429085" y="3882963"/>
                  <a:pt x="45844" y="3418581"/>
                </a:cubicBezTo>
                <a:lnTo>
                  <a:pt x="0" y="3357276"/>
                </a:lnTo>
                <a:lnTo>
                  <a:pt x="929097" y="133373"/>
                </a:lnTo>
                <a:lnTo>
                  <a:pt x="1036840" y="93939"/>
                </a:lnTo>
                <a:cubicBezTo>
                  <a:pt x="1233123" y="32888"/>
                  <a:pt x="1441814" y="0"/>
                  <a:pt x="1658187" y="0"/>
                </a:cubicBezTo>
                <a:cubicBezTo>
                  <a:pt x="1874560" y="0"/>
                  <a:pt x="2083251" y="32888"/>
                  <a:pt x="2279534" y="93939"/>
                </a:cubicBezTo>
                <a:close/>
              </a:path>
            </a:pathLst>
          </a:custGeom>
          <a:gradFill>
            <a:gsLst>
              <a:gs pos="37000">
                <a:srgbClr val="FFFFFF">
                  <a:alpha val="0"/>
                </a:srgbClr>
              </a:gs>
              <a:gs pos="100000">
                <a:srgbClr val="FF907A">
                  <a:alpha val="27843"/>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62656" cy="2487168"/>
          </a:xfrm>
        </p:spPr>
        <p:txBody>
          <a:bodyPr anchor="t"/>
          <a:lstStyle>
            <a:lvl1pPr>
              <a:defRPr>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443984" y="704088"/>
            <a:ext cx="2711668"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p:nvPr>
        </p:nvSpPr>
        <p:spPr>
          <a:xfrm>
            <a:off x="7872984" y="603504"/>
            <a:ext cx="3721608" cy="5202936"/>
          </a:xfrm>
          <a:blipFill>
            <a:blip r:embed="rId2" cstate="print">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15" name="Date Placeholder 14">
            <a:extLst>
              <a:ext uri="{FF2B5EF4-FFF2-40B4-BE49-F238E27FC236}">
                <a16:creationId xmlns:a16="http://schemas.microsoft.com/office/drawing/2014/main" id="{A30EDB6C-5AE9-24B4-BD98-E041E52D93CF}"/>
              </a:ext>
            </a:extLst>
          </p:cNvPr>
          <p:cNvSpPr>
            <a:spLocks noGrp="1"/>
          </p:cNvSpPr>
          <p:nvPr>
            <p:ph type="dt" sz="half" idx="16"/>
          </p:nvPr>
        </p:nvSpPr>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16" name="Footer Placeholder 15">
            <a:extLst>
              <a:ext uri="{FF2B5EF4-FFF2-40B4-BE49-F238E27FC236}">
                <a16:creationId xmlns:a16="http://schemas.microsoft.com/office/drawing/2014/main" id="{CEB849DE-8CA0-FF95-F865-FE69011D7B45}"/>
              </a:ext>
            </a:extLst>
          </p:cNvPr>
          <p:cNvSpPr>
            <a:spLocks noGrp="1"/>
          </p:cNvSpPr>
          <p:nvPr>
            <p:ph type="ftr" sz="quarter" idx="17"/>
          </p:nvPr>
        </p:nvSpPr>
        <p:spPr/>
        <p:txBody>
          <a:bodyPr/>
          <a:lstStyle>
            <a:lvl1pPr>
              <a:defRPr>
                <a:solidFill>
                  <a:schemeClr val="bg1"/>
                </a:solidFill>
              </a:defRPr>
            </a:lvl1pPr>
          </a:lstStyle>
          <a:p>
            <a:r>
              <a:rPr lang="en-US" dirty="0"/>
              <a:t>Sample Footer Text</a:t>
            </a:r>
          </a:p>
        </p:txBody>
      </p:sp>
      <p:sp>
        <p:nvSpPr>
          <p:cNvPr id="17" name="Slide Number Placeholder 16">
            <a:extLst>
              <a:ext uri="{FF2B5EF4-FFF2-40B4-BE49-F238E27FC236}">
                <a16:creationId xmlns:a16="http://schemas.microsoft.com/office/drawing/2014/main" id="{411C9222-ACF8-FC4F-511B-DB2D0C220E3B}"/>
              </a:ext>
            </a:extLst>
          </p:cNvPr>
          <p:cNvSpPr>
            <a:spLocks noGrp="1"/>
          </p:cNvSpPr>
          <p:nvPr>
            <p:ph type="sldNum" sz="quarter" idx="18"/>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Rectangle 4">
            <a:extLst>
              <a:ext uri="{FF2B5EF4-FFF2-40B4-BE49-F238E27FC236}">
                <a16:creationId xmlns:a16="http://schemas.microsoft.com/office/drawing/2014/main" id="{F881CD4F-FD39-3D8A-5A11-67F05168D98D}"/>
              </a:ext>
            </a:extLst>
          </p:cNvPr>
          <p:cNvSpPr/>
          <p:nvPr userDrawn="1"/>
        </p:nvSpPr>
        <p:spPr>
          <a:xfrm>
            <a:off x="3895344" y="0"/>
            <a:ext cx="283464"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74620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Title, Content Photo 9">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5B92EA85-E779-E444-F045-AF74D3205F21}"/>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DBB930F6-9FDA-0841-96E2-360254453D93}"/>
              </a:ext>
            </a:extLst>
          </p:cNvPr>
          <p:cNvSpPr/>
          <p:nvPr userDrawn="1"/>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119786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p:nvPr>
        </p:nvSpPr>
        <p:spPr>
          <a:xfrm>
            <a:off x="7562436" y="0"/>
            <a:ext cx="4629564" cy="6409944"/>
          </a:xfrm>
          <a:blipFill>
            <a:blip r:embed="rId2" cstate="print">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204121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_Title, Content Photo 9">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5B92EA85-E779-E444-F045-AF74D3205F21}"/>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DBB930F6-9FDA-0841-96E2-360254453D93}"/>
              </a:ext>
            </a:extLst>
          </p:cNvPr>
          <p:cNvSpPr/>
          <p:nvPr userDrawn="1"/>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119786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p:nvPr>
        </p:nvSpPr>
        <p:spPr>
          <a:xfrm>
            <a:off x="8305800" y="0"/>
            <a:ext cx="3886200" cy="6406116"/>
          </a:xfrm>
          <a:blipFill>
            <a:blip r:embed="rId2" cstate="print">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8035336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_Title, Content Photo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E22D09-4173-2C77-DB2B-BF36D074809C}"/>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F6D32184-C2FE-9DC1-F1B7-95169B2DC229}"/>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B42D940-3181-C288-3362-E36299EE62CD}"/>
              </a:ext>
            </a:extLst>
          </p:cNvPr>
          <p:cNvSpPr/>
          <p:nvPr userDrawn="1"/>
        </p:nvSpPr>
        <p:spPr>
          <a:xfrm flipH="1">
            <a:off x="8302752" y="6406116"/>
            <a:ext cx="3889246"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119786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92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p:nvPr>
        </p:nvSpPr>
        <p:spPr>
          <a:xfrm>
            <a:off x="8302752" y="704088"/>
            <a:ext cx="3291840" cy="5202936"/>
          </a:xfrm>
          <a:blipFill>
            <a:blip r:embed="rId2" cstate="print">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13647E4-A40C-47B0-8F60-493CEFCF7B87}" type="datetime2">
              <a:rPr lang="en-US" smtClean="0"/>
              <a:pPr/>
              <a:t>Tuesday, May 13, 2025</a:t>
            </a:fld>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668323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70C72-937F-4EEB-59FB-6FC29DF45701}"/>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4DBABC61-0C94-EB2C-729D-13A2A74C04A2}"/>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FF3E17B-3D55-4567-37F8-1842ADBFD144}"/>
              </a:ext>
            </a:extLst>
          </p:cNvPr>
          <p:cNvSpPr/>
          <p:nvPr userDrawn="1"/>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D13647E4-A40C-47B0-8F60-493CEFCF7B87}" type="datetime2">
              <a:rPr lang="en-US" smtClean="0"/>
              <a:pPr/>
              <a:t>Tuesday, May 13, 2025</a:t>
            </a:fld>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p:nvPr>
        </p:nvSpPr>
        <p:spPr>
          <a:xfrm>
            <a:off x="5065776" y="0"/>
            <a:ext cx="6135624" cy="3291840"/>
          </a:xfrm>
          <a:blipFill>
            <a:blip r:embed="rId2" cstate="print">
              <a:alphaModFix amt="85000"/>
              <a:extLst>
                <a:ext uri="{28A0092B-C50C-407E-A947-70E740481C1C}">
                  <a14:useLocalDpi xmlns:a14="http://schemas.microsoft.com/office/drawing/2010/main"/>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8923169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itle, Content Photo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016717-EA73-3C76-64BF-8AA29BC563AE}"/>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0460BC6-378A-8F4F-1D44-FA6677F92D4E}"/>
              </a:ext>
            </a:extLst>
          </p:cNvPr>
          <p:cNvSpPr/>
          <p:nvPr userDrawn="1"/>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A4AC97FE-4F82-FCF7-08CC-137F322BADB5}"/>
              </a:ext>
            </a:extLst>
          </p:cNvPr>
          <p:cNvSpPr/>
          <p:nvPr userDrawn="1"/>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D13647E4-A40C-47B0-8F60-493CEFCF7B87}" type="datetime2">
              <a:rPr lang="en-US" smtClean="0"/>
              <a:pPr/>
              <a:t>Tuesday, May 13, 2025</a:t>
            </a:fld>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p:nvPr>
        </p:nvSpPr>
        <p:spPr>
          <a:xfrm>
            <a:off x="5065776" y="0"/>
            <a:ext cx="6135624" cy="3959352"/>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40035166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B2306B3-CC9D-9231-5FAC-043D7D9CF83B}"/>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032546C4-90E7-2E27-E522-7021CAFC9E52}"/>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5D0AA7F-12AD-8F81-1C75-E9F9CA9BA361}"/>
              </a:ext>
            </a:extLst>
          </p:cNvPr>
          <p:cNvSpPr/>
          <p:nvPr userDrawn="1"/>
        </p:nvSpPr>
        <p:spPr>
          <a:xfrm flipH="1">
            <a:off x="7417090" y="6400799"/>
            <a:ext cx="477490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D13647E4-A40C-47B0-8F60-493CEFCF7B87}" type="datetime2">
              <a:rPr lang="en-US" smtClean="0"/>
              <a:pPr/>
              <a:t>Tuesday, May 13, 2025</a:t>
            </a:fld>
            <a:endParaRPr lang="en-US" dirty="0"/>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p:nvPr>
        </p:nvSpPr>
        <p:spPr>
          <a:xfrm>
            <a:off x="603504" y="603504"/>
            <a:ext cx="6813587" cy="520293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1601941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le, Content Photo 1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4CBB6C2A-5CA9-E68C-069E-E0E25559DCC0}"/>
              </a:ext>
            </a:extLst>
          </p:cNvPr>
          <p:cNvSpPr/>
          <p:nvPr userDrawn="1"/>
        </p:nvSpPr>
        <p:spPr>
          <a:xfrm flipH="1">
            <a:off x="-1" y="6408741"/>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F80550C-DE5E-1065-0630-D03C188FDDD1}"/>
              </a:ext>
            </a:extLst>
          </p:cNvPr>
          <p:cNvSpPr/>
          <p:nvPr userDrawn="1"/>
        </p:nvSpPr>
        <p:spPr>
          <a:xfrm flipH="1">
            <a:off x="-1" y="6408314"/>
            <a:ext cx="7783998"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D13647E4-A40C-47B0-8F60-493CEFCF7B87}" type="datetime2">
              <a:rPr lang="en-US" smtClean="0"/>
              <a:pPr/>
              <a:t>Tuesday, May 13, 2025</a:t>
            </a:fld>
            <a:endParaRPr lang="en-US" dirty="0"/>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dirty="0"/>
              <a:t>Sample Footer Text</a:t>
            </a:r>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p:nvPr>
        </p:nvSpPr>
        <p:spPr>
          <a:xfrm>
            <a:off x="0" y="-1"/>
            <a:ext cx="7783999" cy="6411311"/>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113792094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2B021D-E8B4-2E0C-47DD-151F0D73B275}"/>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974336"/>
            <a:ext cx="3739279" cy="1463040"/>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69870" y="4974336"/>
            <a:ext cx="6217920" cy="1389888"/>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20919A86-5EF3-0330-A2EA-6D5A372254D8}"/>
              </a:ext>
            </a:extLst>
          </p:cNvPr>
          <p:cNvSpPr>
            <a:spLocks noGrp="1"/>
          </p:cNvSpPr>
          <p:nvPr>
            <p:ph type="pic" sz="quarter" idx="15"/>
          </p:nvPr>
        </p:nvSpPr>
        <p:spPr>
          <a:xfrm>
            <a:off x="0" y="-1"/>
            <a:ext cx="12205716" cy="4544568"/>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grpSp>
        <p:nvGrpSpPr>
          <p:cNvPr id="3" name="Group 2">
            <a:extLst>
              <a:ext uri="{FF2B5EF4-FFF2-40B4-BE49-F238E27FC236}">
                <a16:creationId xmlns:a16="http://schemas.microsoft.com/office/drawing/2014/main" id="{C2512E9C-1401-D1B0-AA35-9F3FEAEDE617}"/>
              </a:ext>
            </a:extLst>
          </p:cNvPr>
          <p:cNvGrpSpPr/>
          <p:nvPr userDrawn="1"/>
        </p:nvGrpSpPr>
        <p:grpSpPr>
          <a:xfrm>
            <a:off x="0" y="4541785"/>
            <a:ext cx="12192000" cy="155448"/>
            <a:chOff x="597154" y="4358953"/>
            <a:chExt cx="10979150" cy="152084"/>
          </a:xfrm>
        </p:grpSpPr>
        <p:sp>
          <p:nvSpPr>
            <p:cNvPr id="12" name="Rectangle 11">
              <a:extLst>
                <a:ext uri="{FF2B5EF4-FFF2-40B4-BE49-F238E27FC236}">
                  <a16:creationId xmlns:a16="http://schemas.microsoft.com/office/drawing/2014/main" id="{00BBB700-2810-B525-1C1F-AE7AF3DFDA79}"/>
                </a:ext>
              </a:extLst>
            </p:cNvPr>
            <p:cNvSpPr/>
            <p:nvPr userDrawn="1"/>
          </p:nvSpPr>
          <p:spPr>
            <a:xfrm rot="10800000" flipH="1">
              <a:off x="597154" y="4364733"/>
              <a:ext cx="10979150" cy="146304"/>
            </a:xfrm>
            <a:prstGeom prst="rect">
              <a:avLst/>
            </a:prstGeom>
            <a:gradFill>
              <a:gsLst>
                <a:gs pos="43000">
                  <a:srgbClr val="FF8463"/>
                </a:gs>
                <a:gs pos="100000">
                  <a:srgbClr val="FA0036"/>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1CAD285-F4C1-9352-9A2E-53FBAB966F14}"/>
                </a:ext>
              </a:extLst>
            </p:cNvPr>
            <p:cNvSpPr/>
            <p:nvPr userDrawn="1"/>
          </p:nvSpPr>
          <p:spPr>
            <a:xfrm flipH="1">
              <a:off x="4038600" y="4358953"/>
              <a:ext cx="7537704" cy="146305"/>
            </a:xfrm>
            <a:prstGeom prst="rect">
              <a:avLst/>
            </a:prstGeom>
            <a:gradFill>
              <a:gsLst>
                <a:gs pos="9000">
                  <a:srgbClr val="E349BB">
                    <a:alpha val="29000"/>
                  </a:srgbClr>
                </a:gs>
                <a:gs pos="99000">
                  <a:srgbClr val="92248E"/>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Date Placeholder 13">
            <a:extLst>
              <a:ext uri="{FF2B5EF4-FFF2-40B4-BE49-F238E27FC236}">
                <a16:creationId xmlns:a16="http://schemas.microsoft.com/office/drawing/2014/main" id="{3FDAB587-8123-9F85-A185-704CD372DA52}"/>
              </a:ext>
            </a:extLst>
          </p:cNvPr>
          <p:cNvSpPr>
            <a:spLocks noGrp="1"/>
          </p:cNvSpPr>
          <p:nvPr>
            <p:ph type="dt" sz="half" idx="16"/>
          </p:nvPr>
        </p:nvSpPr>
        <p:spPr/>
        <p:txBody>
          <a:bodyPr/>
          <a:lstStyle>
            <a:lvl1pPr>
              <a:defRPr>
                <a:solidFill>
                  <a:schemeClr val="tx1"/>
                </a:solidFill>
              </a:defRPr>
            </a:lvl1pPr>
          </a:lstStyle>
          <a:p>
            <a:fld id="{D13647E4-A40C-47B0-8F60-493CEFCF7B87}" type="datetime2">
              <a:rPr lang="en-US" smtClean="0"/>
              <a:pPr/>
              <a:t>Tuesday, May 13, 2025</a:t>
            </a:fld>
            <a:endParaRPr lang="en-US" dirty="0"/>
          </a:p>
        </p:txBody>
      </p:sp>
      <p:sp>
        <p:nvSpPr>
          <p:cNvPr id="15" name="Footer Placeholder 14">
            <a:extLst>
              <a:ext uri="{FF2B5EF4-FFF2-40B4-BE49-F238E27FC236}">
                <a16:creationId xmlns:a16="http://schemas.microsoft.com/office/drawing/2014/main" id="{B3D7E5F8-C58B-3B1F-7976-A5BC1DF74EE4}"/>
              </a:ext>
            </a:extLst>
          </p:cNvPr>
          <p:cNvSpPr>
            <a:spLocks noGrp="1"/>
          </p:cNvSpPr>
          <p:nvPr>
            <p:ph type="ftr" sz="quarter" idx="17"/>
          </p:nvPr>
        </p:nvSpPr>
        <p:spPr>
          <a:xfrm>
            <a:off x="731520" y="6451780"/>
            <a:ext cx="3557016" cy="365760"/>
          </a:xfrm>
        </p:spPr>
        <p:txBody>
          <a:bodyPr/>
          <a:lstStyle/>
          <a:p>
            <a:r>
              <a:rPr lang="en-US" dirty="0"/>
              <a:t>Sample Footer Text</a:t>
            </a:r>
          </a:p>
        </p:txBody>
      </p:sp>
      <p:sp>
        <p:nvSpPr>
          <p:cNvPr id="16" name="Slide Number Placeholder 15">
            <a:extLst>
              <a:ext uri="{FF2B5EF4-FFF2-40B4-BE49-F238E27FC236}">
                <a16:creationId xmlns:a16="http://schemas.microsoft.com/office/drawing/2014/main" id="{14332F18-A089-E19B-2181-CC4241D091CF}"/>
              </a:ext>
            </a:extLst>
          </p:cNvPr>
          <p:cNvSpPr>
            <a:spLocks noGrp="1"/>
          </p:cNvSpPr>
          <p:nvPr>
            <p:ph type="sldNum" sz="quarter" idx="18"/>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4964449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471F3A-3E6D-0DF1-74AB-CC9D04CFAEEB}"/>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CBED10C-5619-54D2-5D2D-E5D0A3E26E93}"/>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F596777-297F-86C7-883A-2CA5E5F7CD86}"/>
              </a:ext>
            </a:extLst>
          </p:cNvPr>
          <p:cNvSpPr/>
          <p:nvPr userDrawn="1"/>
        </p:nvSpPr>
        <p:spPr>
          <a:xfrm flipH="1">
            <a:off x="6158536" y="6400799"/>
            <a:ext cx="6033460"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12864" y="1984248"/>
            <a:ext cx="4663440" cy="38798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5A96D18-BA46-493C-B891-2E048FA12E37}"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p:nvPr>
        </p:nvSpPr>
        <p:spPr>
          <a:xfrm>
            <a:off x="731519" y="1984248"/>
            <a:ext cx="5427017" cy="3813048"/>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BBDD2D8-38BB-1C6A-2B23-9F993AC5EF26}"/>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D5D5052-9833-B746-0019-C652A4EB8F47}"/>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2F3920E-A1F8-FC3B-4B69-CD6DD747FC3F}"/>
              </a:ext>
            </a:extLst>
          </p:cNvPr>
          <p:cNvSpPr/>
          <p:nvPr userDrawn="1"/>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3649468" cy="15819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093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2C63E2-6E77-4211-906F-D499EF947D90}"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p:nvPr>
        </p:nvSpPr>
        <p:spPr>
          <a:xfrm>
            <a:off x="731519" y="2368296"/>
            <a:ext cx="3514659" cy="3429000"/>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2114601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Title, Content Photo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2C2A734-7281-FE8F-4411-A87F117D9BF4}"/>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2357AC4-53BA-D589-49BC-8035640342AB}"/>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6A6C5A0-24DF-B2AE-DA40-06D6A608EA8F}"/>
              </a:ext>
            </a:extLst>
          </p:cNvPr>
          <p:cNvSpPr/>
          <p:nvPr userDrawn="1"/>
        </p:nvSpPr>
        <p:spPr>
          <a:xfrm flipH="1">
            <a:off x="4380987" y="6400799"/>
            <a:ext cx="781100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3649468" cy="15819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093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2C63E2-6E77-4211-906F-D499EF947D90}"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9" name="Picture Placeholder 8">
            <a:extLst>
              <a:ext uri="{FF2B5EF4-FFF2-40B4-BE49-F238E27FC236}">
                <a16:creationId xmlns:a16="http://schemas.microsoft.com/office/drawing/2014/main" id="{20458CBB-59BF-7490-9702-94A44190B6B6}"/>
              </a:ext>
            </a:extLst>
          </p:cNvPr>
          <p:cNvSpPr>
            <a:spLocks noGrp="1"/>
          </p:cNvSpPr>
          <p:nvPr>
            <p:ph type="pic" sz="quarter" idx="15"/>
          </p:nvPr>
        </p:nvSpPr>
        <p:spPr>
          <a:xfrm>
            <a:off x="731520" y="2569464"/>
            <a:ext cx="3227832" cy="3227832"/>
          </a:xfrm>
          <a:custGeom>
            <a:avLst/>
            <a:gdLst>
              <a:gd name="connsiteX0" fmla="*/ 1613916 w 3227832"/>
              <a:gd name="connsiteY0" fmla="*/ 0 h 3227832"/>
              <a:gd name="connsiteX1" fmla="*/ 3227832 w 3227832"/>
              <a:gd name="connsiteY1" fmla="*/ 1613916 h 3227832"/>
              <a:gd name="connsiteX2" fmla="*/ 1613916 w 3227832"/>
              <a:gd name="connsiteY2" fmla="*/ 3227832 h 3227832"/>
              <a:gd name="connsiteX3" fmla="*/ 0 w 3227832"/>
              <a:gd name="connsiteY3" fmla="*/ 1613916 h 3227832"/>
              <a:gd name="connsiteX4" fmla="*/ 1613916 w 3227832"/>
              <a:gd name="connsiteY4" fmla="*/ 0 h 3227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7832" h="3227832">
                <a:moveTo>
                  <a:pt x="1613916" y="0"/>
                </a:moveTo>
                <a:cubicBezTo>
                  <a:pt x="2505257" y="0"/>
                  <a:pt x="3227832" y="722575"/>
                  <a:pt x="3227832" y="1613916"/>
                </a:cubicBezTo>
                <a:cubicBezTo>
                  <a:pt x="3227832" y="2505257"/>
                  <a:pt x="2505257" y="3227832"/>
                  <a:pt x="1613916" y="3227832"/>
                </a:cubicBezTo>
                <a:cubicBezTo>
                  <a:pt x="722575" y="3227832"/>
                  <a:pt x="0" y="2505257"/>
                  <a:pt x="0" y="1613916"/>
                </a:cubicBezTo>
                <a:cubicBezTo>
                  <a:pt x="0" y="722575"/>
                  <a:pt x="722575" y="0"/>
                  <a:pt x="1613916" y="0"/>
                </a:cubicBezTo>
                <a:close/>
              </a:path>
            </a:pathLst>
          </a:custGeom>
          <a:blipFill>
            <a:blip r:embed="rId2">
              <a:alphaModFix amt="85000"/>
              <a:extLst>
                <a:ext uri="{28A0092B-C50C-407E-A947-70E740481C1C}">
                  <a14:useLocalDpi xmlns:a14="http://schemas.microsoft.com/office/drawing/2010/main"/>
                </a:ext>
              </a:extLst>
            </a:blip>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Tree>
    <p:extLst>
      <p:ext uri="{BB962C8B-B14F-4D97-AF65-F5344CB8AC3E}">
        <p14:creationId xmlns:p14="http://schemas.microsoft.com/office/powerpoint/2010/main" val="312720340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Content Photo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99FD1-4C4F-942E-5C24-C7F30C3E1065}"/>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A2093A5D-CF9E-656F-6E4D-BBE26617BBEC}"/>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7D037C8-31EA-E42D-7880-3FC907A897D8}"/>
              </a:ext>
            </a:extLst>
          </p:cNvPr>
          <p:cNvSpPr/>
          <p:nvPr userDrawn="1"/>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2C63E2-6E77-4211-906F-D499EF947D90}"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p:nvPr>
        </p:nvSpPr>
        <p:spPr>
          <a:xfrm>
            <a:off x="731518" y="0"/>
            <a:ext cx="3520440" cy="3648456"/>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33278578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75F419-3BE9-4269-E538-DB069E0C3295}"/>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FEA2F20-DFC9-8EAE-10DC-BC89113C2D4F}"/>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B4C5968-63F8-AF79-49F2-4D9E9C22DD6B}"/>
              </a:ext>
            </a:extLst>
          </p:cNvPr>
          <p:cNvSpPr/>
          <p:nvPr userDrawn="1"/>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3DE8E1A-58E7-4D03-8EF6-CB0D2B0DEA38}"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p:nvPr>
        </p:nvSpPr>
        <p:spPr>
          <a:xfrm>
            <a:off x="731520" y="2368296"/>
            <a:ext cx="2788920" cy="3429000"/>
          </a:xfrm>
          <a:blipFill dpi="0" rotWithShape="1">
            <a:blip r:embed="rId2" cstate="print">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Tree>
    <p:extLst>
      <p:ext uri="{BB962C8B-B14F-4D97-AF65-F5344CB8AC3E}">
        <p14:creationId xmlns:p14="http://schemas.microsoft.com/office/powerpoint/2010/main" val="18738077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Content Photo 1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7BC28-1BBC-C0E9-FC2B-74C4D099FF77}"/>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1836AD37-4788-958B-5A30-071E76B81CA3}"/>
              </a:ext>
            </a:extLst>
          </p:cNvPr>
          <p:cNvSpPr/>
          <p:nvPr userDrawn="1"/>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ADEA6E9D-B179-BE60-0BE7-E17E8669ACFE}"/>
              </a:ext>
            </a:extLst>
          </p:cNvPr>
          <p:cNvSpPr/>
          <p:nvPr userDrawn="1"/>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2070643"/>
          </a:xfr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3DE8E1A-58E7-4D03-8EF6-CB0D2B0DEA38}"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0" name="Picture Placeholder 9">
            <a:extLst>
              <a:ext uri="{FF2B5EF4-FFF2-40B4-BE49-F238E27FC236}">
                <a16:creationId xmlns:a16="http://schemas.microsoft.com/office/drawing/2014/main" id="{B6D58AE5-2E3B-5461-E1B0-CCF13A5C5A60}"/>
              </a:ext>
            </a:extLst>
          </p:cNvPr>
          <p:cNvSpPr>
            <a:spLocks noGrp="1"/>
          </p:cNvSpPr>
          <p:nvPr>
            <p:ph type="pic" sz="quarter" idx="15"/>
          </p:nvPr>
        </p:nvSpPr>
        <p:spPr>
          <a:xfrm>
            <a:off x="731520" y="3090672"/>
            <a:ext cx="2777434" cy="2788920"/>
          </a:xfrm>
          <a:custGeom>
            <a:avLst/>
            <a:gdLst>
              <a:gd name="connsiteX0" fmla="*/ 1382974 w 2777434"/>
              <a:gd name="connsiteY0" fmla="*/ 0 h 2788920"/>
              <a:gd name="connsiteX1" fmla="*/ 2777434 w 2777434"/>
              <a:gd name="connsiteY1" fmla="*/ 1394460 h 2788920"/>
              <a:gd name="connsiteX2" fmla="*/ 1382974 w 2777434"/>
              <a:gd name="connsiteY2" fmla="*/ 2788920 h 2788920"/>
              <a:gd name="connsiteX3" fmla="*/ 16845 w 2777434"/>
              <a:gd name="connsiteY3" fmla="*/ 1675493 h 2788920"/>
              <a:gd name="connsiteX4" fmla="*/ 0 w 2777434"/>
              <a:gd name="connsiteY4" fmla="*/ 1565122 h 2788920"/>
              <a:gd name="connsiteX5" fmla="*/ 0 w 2777434"/>
              <a:gd name="connsiteY5" fmla="*/ 1223798 h 2788920"/>
              <a:gd name="connsiteX6" fmla="*/ 16845 w 2777434"/>
              <a:gd name="connsiteY6" fmla="*/ 1113428 h 2788920"/>
              <a:gd name="connsiteX7" fmla="*/ 1382974 w 2777434"/>
              <a:gd name="connsiteY7" fmla="*/ 0 h 2788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7434" h="2788920">
                <a:moveTo>
                  <a:pt x="1382974" y="0"/>
                </a:moveTo>
                <a:cubicBezTo>
                  <a:pt x="2153113" y="0"/>
                  <a:pt x="2777434" y="624321"/>
                  <a:pt x="2777434" y="1394460"/>
                </a:cubicBezTo>
                <a:cubicBezTo>
                  <a:pt x="2777434" y="2164599"/>
                  <a:pt x="2153113" y="2788920"/>
                  <a:pt x="1382974" y="2788920"/>
                </a:cubicBezTo>
                <a:cubicBezTo>
                  <a:pt x="709102" y="2788920"/>
                  <a:pt x="146873" y="2310924"/>
                  <a:pt x="16845" y="1675493"/>
                </a:cubicBezTo>
                <a:lnTo>
                  <a:pt x="0" y="1565122"/>
                </a:lnTo>
                <a:lnTo>
                  <a:pt x="0" y="1223798"/>
                </a:lnTo>
                <a:lnTo>
                  <a:pt x="16845" y="1113428"/>
                </a:lnTo>
                <a:cubicBezTo>
                  <a:pt x="146873" y="477996"/>
                  <a:pt x="709102" y="0"/>
                  <a:pt x="1382974" y="0"/>
                </a:cubicBezTo>
                <a:close/>
              </a:path>
            </a:pathLst>
          </a:custGeom>
          <a:blipFill>
            <a:blip r:embed="rId2">
              <a:alphaModFix amt="85000"/>
              <a:extLst>
                <a:ext uri="{28A0092B-C50C-407E-A947-70E740481C1C}">
                  <a14:useLocalDpi xmlns:a14="http://schemas.microsoft.com/office/drawing/2010/main"/>
                </a:ext>
              </a:extLst>
            </a:blip>
            <a:stretch>
              <a:fillRect/>
            </a:stretch>
          </a:blipFill>
        </p:spPr>
        <p:txBody>
          <a:bodyPr vert="horz" lIns="91440" tIns="0" rIns="0" bIns="0" rtlCol="0">
            <a:noAutofit/>
          </a:bodyPr>
          <a:lstStyle>
            <a:lvl1pPr>
              <a:defRPr lang="en-US" sz="2400" b="0" i="0"/>
            </a:lvl1pPr>
          </a:lstStyle>
          <a:p>
            <a:pPr marL="0" lvl="0" indent="0">
              <a:lnSpc>
                <a:spcPct val="150000"/>
              </a:lnSpc>
              <a:buFontTx/>
              <a:buNone/>
            </a:pPr>
            <a:r>
              <a:rPr lang="en-US"/>
              <a:t>Click icon to add picture</a:t>
            </a:r>
            <a:endParaRPr lang="en-US" dirty="0"/>
          </a:p>
        </p:txBody>
      </p:sp>
    </p:spTree>
    <p:extLst>
      <p:ext uri="{BB962C8B-B14F-4D97-AF65-F5344CB8AC3E}">
        <p14:creationId xmlns:p14="http://schemas.microsoft.com/office/powerpoint/2010/main" val="24066337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ig Number 1">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F8A6B7-2D8C-63A2-A927-9D156073902E}"/>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38DFC8AD-7A1B-26CC-FF92-40D3448BDFB6}"/>
              </a:ext>
            </a:extLst>
          </p:cNvPr>
          <p:cNvSpPr/>
          <p:nvPr userDrawn="1"/>
        </p:nvSpPr>
        <p:spPr>
          <a:xfrm flipH="1">
            <a:off x="18287" y="-2522"/>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grpSp>
        <p:nvGrpSpPr>
          <p:cNvPr id="9" name="Group 8">
            <a:extLst>
              <a:ext uri="{FF2B5EF4-FFF2-40B4-BE49-F238E27FC236}">
                <a16:creationId xmlns:a16="http://schemas.microsoft.com/office/drawing/2014/main" id="{36C547E4-090D-61A6-A70A-A7394C4B8BCC}"/>
              </a:ext>
            </a:extLst>
          </p:cNvPr>
          <p:cNvGrpSpPr/>
          <p:nvPr userDrawn="1"/>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D49E45A1-0191-47CB-E377-68C1AC0A2DE3}"/>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CDE34BC8-3326-BC2B-D01A-8C91C7395DCA}"/>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F2405019-1737-F9AB-BD9E-3F8D0085B51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7BFB3610-94F0-0922-79C5-70BCBF09EFE4}"/>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gr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731520" y="704088"/>
            <a:ext cx="10844784" cy="3849624"/>
          </a:xfrm>
        </p:spPr>
        <p:txBody>
          <a:bodyPr>
            <a:normAutofit/>
          </a:bodyPr>
          <a:lstStyle>
            <a:lvl1pPr algn="l">
              <a:defRPr sz="27000">
                <a:solidFill>
                  <a:schemeClr val="tx1"/>
                </a:solidFill>
              </a:defRPr>
            </a:lvl1pPr>
          </a:lstStyle>
          <a:p>
            <a:r>
              <a:rPr lang="en-US" dirty="0"/>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A67DBB42-F341-4B13-8DB0-EA14943C16B1}"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731520" y="4974336"/>
            <a:ext cx="10433304" cy="1444752"/>
          </a:xfrm>
        </p:spPr>
        <p:txBody>
          <a:bodyPr anchor="ctr">
            <a:noAutofit/>
          </a:bodyPr>
          <a:lstStyle>
            <a:lvl1pPr marL="0" indent="0" algn="l">
              <a:buNone/>
              <a:defRPr sz="2800" cap="all" spc="300" baseline="0">
                <a:solidFill>
                  <a:schemeClr val="tx1"/>
                </a:solidFill>
              </a:defRPr>
            </a:lvl1pPr>
            <a:lvl2pPr marL="228600" indent="0" algn="l">
              <a:buNone/>
              <a:defRPr sz="2400" cap="all" spc="300" baseline="0">
                <a:solidFill>
                  <a:schemeClr val="tx1"/>
                </a:solidFill>
              </a:defRPr>
            </a:lvl2pPr>
            <a:lvl3pPr marL="457200" indent="0" algn="l">
              <a:buNone/>
              <a:defRPr sz="2000" cap="all" spc="300" baseline="0">
                <a:solidFill>
                  <a:schemeClr val="tx1"/>
                </a:solidFill>
              </a:defRPr>
            </a:lvl3pPr>
            <a:lvl4pPr marL="685800" indent="0" algn="l">
              <a:buNone/>
              <a:defRPr sz="1800" cap="all" spc="300" baseline="0">
                <a:solidFill>
                  <a:schemeClr val="tx1"/>
                </a:solidFill>
              </a:defRPr>
            </a:lvl4pPr>
            <a:lvl5pPr marL="914400" indent="0" algn="l">
              <a:buNone/>
              <a:defRPr sz="1600" cap="all" spc="300"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57570541"/>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Big Number 1">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F8A6B7-2D8C-63A2-A927-9D156073902E}"/>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36C547E4-090D-61A6-A70A-A7394C4B8BCC}"/>
              </a:ext>
            </a:extLst>
          </p:cNvPr>
          <p:cNvGrpSpPr/>
          <p:nvPr userDrawn="1"/>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D49E45A1-0191-47CB-E377-68C1AC0A2DE3}"/>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CDE34BC8-3326-BC2B-D01A-8C91C7395DCA}"/>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F2405019-1737-F9AB-BD9E-3F8D0085B51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7BFB3610-94F0-0922-79C5-70BCBF09EFE4}"/>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grpSp>
      <p:sp>
        <p:nvSpPr>
          <p:cNvPr id="14" name="Rectangle 13">
            <a:extLst>
              <a:ext uri="{FF2B5EF4-FFF2-40B4-BE49-F238E27FC236}">
                <a16:creationId xmlns:a16="http://schemas.microsoft.com/office/drawing/2014/main" id="{1976F318-4116-0BC4-0865-8D81CAEF1747}"/>
              </a:ext>
            </a:extLst>
          </p:cNvPr>
          <p:cNvSpPr/>
          <p:nvPr userDrawn="1"/>
        </p:nvSpPr>
        <p:spPr>
          <a:xfrm>
            <a:off x="-18286" y="4719145"/>
            <a:ext cx="12221346" cy="214137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060704" y="704088"/>
            <a:ext cx="10661904" cy="3849624"/>
          </a:xfrm>
        </p:spPr>
        <p:txBody>
          <a:bodyPr>
            <a:normAutofit/>
          </a:bodyPr>
          <a:lstStyle>
            <a:lvl1pPr algn="ctr">
              <a:defRPr sz="27000">
                <a:solidFill>
                  <a:schemeClr val="tx1"/>
                </a:solidFill>
              </a:defRPr>
            </a:lvl1pPr>
          </a:lstStyle>
          <a:p>
            <a:r>
              <a:rPr lang="en-US" dirty="0"/>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bg1"/>
                </a:solidFill>
              </a:defRPr>
            </a:lvl1pPr>
          </a:lstStyle>
          <a:p>
            <a:fld id="{A67DBB42-F341-4B13-8DB0-EA14943C16B1}"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060704" y="4974336"/>
            <a:ext cx="10433304" cy="1444752"/>
          </a:xfrm>
        </p:spPr>
        <p:txBody>
          <a:bodyPr anchor="ctr">
            <a:noAutofit/>
          </a:bodyPr>
          <a:lstStyle>
            <a:lvl1pPr marL="0" indent="0" algn="ctr">
              <a:buNone/>
              <a:defRPr sz="2800" cap="all" spc="300" baseline="0">
                <a:solidFill>
                  <a:schemeClr val="bg1"/>
                </a:solidFill>
              </a:defRPr>
            </a:lvl1pPr>
            <a:lvl2pPr marL="228600" indent="0" algn="ctr">
              <a:buNone/>
              <a:defRPr sz="2400" cap="all" spc="300" baseline="0">
                <a:solidFill>
                  <a:schemeClr val="bg1"/>
                </a:solidFill>
              </a:defRPr>
            </a:lvl2pPr>
            <a:lvl3pPr marL="457200" indent="0" algn="ctr">
              <a:buNone/>
              <a:defRPr sz="2000" cap="all" spc="300" baseline="0">
                <a:solidFill>
                  <a:schemeClr val="bg1"/>
                </a:solidFill>
              </a:defRPr>
            </a:lvl3pPr>
            <a:lvl4pPr marL="685800" indent="0" algn="ctr">
              <a:buNone/>
              <a:defRPr sz="1800" cap="all" spc="300" baseline="0">
                <a:solidFill>
                  <a:schemeClr val="bg1"/>
                </a:solidFill>
              </a:defRPr>
            </a:lvl4pPr>
            <a:lvl5pPr marL="914400" indent="0" algn="ctr">
              <a:buNone/>
              <a:defRPr sz="1600" cap="all" spc="300" baseline="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6923099"/>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Big Number 1">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B8F4E7D-2CBF-7D3D-EC68-0BA269C50184}"/>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70E65F67-D8BF-6B5A-60A6-74138D401C3E}"/>
              </a:ext>
            </a:extLst>
          </p:cNvPr>
          <p:cNvSpPr/>
          <p:nvPr userDrawn="1"/>
        </p:nvSpPr>
        <p:spPr>
          <a:xfrm flipH="1">
            <a:off x="18287" y="-2522"/>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a:extLst>
              <a:ext uri="{FF2B5EF4-FFF2-40B4-BE49-F238E27FC236}">
                <a16:creationId xmlns:a16="http://schemas.microsoft.com/office/drawing/2014/main" id="{51885776-AA1C-A8E8-3C91-50C8678829BC}"/>
              </a:ext>
            </a:extLst>
          </p:cNvPr>
          <p:cNvSpPr/>
          <p:nvPr userDrawn="1"/>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7" name="Rectangle 16">
            <a:extLst>
              <a:ext uri="{FF2B5EF4-FFF2-40B4-BE49-F238E27FC236}">
                <a16:creationId xmlns:a16="http://schemas.microsoft.com/office/drawing/2014/main" id="{EE9D27DA-7C82-C0D5-B772-858188F46514}"/>
              </a:ext>
            </a:extLst>
          </p:cNvPr>
          <p:cNvSpPr/>
          <p:nvPr userDrawn="1"/>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8" name="Rectangle 17">
            <a:extLst>
              <a:ext uri="{FF2B5EF4-FFF2-40B4-BE49-F238E27FC236}">
                <a16:creationId xmlns:a16="http://schemas.microsoft.com/office/drawing/2014/main" id="{C568FA2C-1841-F047-F23F-3C0330C4F62E}"/>
              </a:ext>
            </a:extLst>
          </p:cNvPr>
          <p:cNvSpPr/>
          <p:nvPr userDrawn="1"/>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9" name="Rectangle 18">
            <a:extLst>
              <a:ext uri="{FF2B5EF4-FFF2-40B4-BE49-F238E27FC236}">
                <a16:creationId xmlns:a16="http://schemas.microsoft.com/office/drawing/2014/main" id="{6A7243A5-51CC-8BF1-A7F6-81D9B6FBFEE9}"/>
              </a:ext>
            </a:extLst>
          </p:cNvPr>
          <p:cNvSpPr/>
          <p:nvPr userDrawn="1"/>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22960" y="603504"/>
            <a:ext cx="10543032" cy="4114800"/>
          </a:xfrm>
        </p:spPr>
        <p:txBody>
          <a:bodyPr>
            <a:normAutofit/>
          </a:bodyPr>
          <a:lstStyle>
            <a:lvl1pPr algn="ctr">
              <a:defRPr sz="25000">
                <a:solidFill>
                  <a:schemeClr val="tx1"/>
                </a:solidFill>
              </a:defRPr>
            </a:lvl1pPr>
          </a:lstStyle>
          <a:p>
            <a:r>
              <a:rPr lang="en-US" dirty="0"/>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A67DBB42-F341-4B13-8DB0-EA14943C16B1}"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2057400" y="4809744"/>
            <a:ext cx="8156448" cy="1545336"/>
          </a:xfrm>
        </p:spPr>
        <p:txBody>
          <a:bodyPr anchor="t">
            <a:noAutofit/>
          </a:bodyPr>
          <a:lstStyle>
            <a:lvl1pPr marL="0" indent="0" algn="ctr">
              <a:buNone/>
              <a:defRPr sz="2800" cap="all" spc="300" baseline="0">
                <a:solidFill>
                  <a:schemeClr val="tx1"/>
                </a:solidFill>
              </a:defRPr>
            </a:lvl1pPr>
            <a:lvl2pPr marL="228600" indent="0" algn="ctr">
              <a:buNone/>
              <a:defRPr sz="2400" cap="all" spc="300" baseline="0">
                <a:solidFill>
                  <a:schemeClr val="tx1"/>
                </a:solidFill>
              </a:defRPr>
            </a:lvl2pPr>
            <a:lvl3pPr marL="457200" indent="0" algn="ctr">
              <a:buNone/>
              <a:defRPr sz="2000" cap="all" spc="300" baseline="0">
                <a:solidFill>
                  <a:schemeClr val="tx1"/>
                </a:solidFill>
              </a:defRPr>
            </a:lvl3pPr>
            <a:lvl4pPr marL="685800" indent="0" algn="ctr">
              <a:buNone/>
              <a:defRPr sz="1800" cap="all" spc="300" baseline="0">
                <a:solidFill>
                  <a:schemeClr val="tx1"/>
                </a:solidFill>
              </a:defRPr>
            </a:lvl4pPr>
            <a:lvl5pPr marL="914400" indent="0" algn="ctr">
              <a:buNone/>
              <a:defRPr sz="1600" cap="all" spc="300"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90061260"/>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Big Numb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22960" y="603504"/>
            <a:ext cx="10543032" cy="4114800"/>
          </a:xfrm>
        </p:spPr>
        <p:txBody>
          <a:bodyPr>
            <a:normAutofit/>
          </a:bodyPr>
          <a:lstStyle>
            <a:lvl1pPr algn="ctr">
              <a:defRPr sz="25000">
                <a:solidFill>
                  <a:schemeClr val="tx1"/>
                </a:solidFill>
              </a:defRPr>
            </a:lvl1pPr>
          </a:lstStyle>
          <a:p>
            <a:r>
              <a:rPr lang="en-US" dirty="0"/>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bg1"/>
                </a:solidFill>
              </a:defRPr>
            </a:lvl1pPr>
          </a:lstStyle>
          <a:p>
            <a:fld id="{A67DBB42-F341-4B13-8DB0-EA14943C16B1}"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2057400" y="4809744"/>
            <a:ext cx="8156448" cy="1545336"/>
          </a:xfrm>
        </p:spPr>
        <p:txBody>
          <a:bodyPr anchor="t">
            <a:noAutofit/>
          </a:bodyPr>
          <a:lstStyle>
            <a:lvl1pPr marL="0" indent="0" algn="ctr">
              <a:buNone/>
              <a:defRPr sz="2800" cap="all" spc="300" baseline="0">
                <a:solidFill>
                  <a:schemeClr val="tx1"/>
                </a:solidFill>
              </a:defRPr>
            </a:lvl1pPr>
            <a:lvl2pPr marL="228600" indent="0" algn="ctr">
              <a:buNone/>
              <a:defRPr sz="2400" cap="all" spc="300" baseline="0">
                <a:solidFill>
                  <a:schemeClr val="tx1"/>
                </a:solidFill>
              </a:defRPr>
            </a:lvl2pPr>
            <a:lvl3pPr marL="457200" indent="0" algn="ctr">
              <a:buNone/>
              <a:defRPr sz="2000" cap="all" spc="300" baseline="0">
                <a:solidFill>
                  <a:schemeClr val="tx1"/>
                </a:solidFill>
              </a:defRPr>
            </a:lvl3pPr>
            <a:lvl4pPr marL="685800" indent="0" algn="ctr">
              <a:buNone/>
              <a:defRPr sz="1800" cap="all" spc="300" baseline="0">
                <a:solidFill>
                  <a:schemeClr val="tx1"/>
                </a:solidFill>
              </a:defRPr>
            </a:lvl4pPr>
            <a:lvl5pPr marL="914400" indent="0" algn="ctr">
              <a:buNone/>
              <a:defRPr sz="1600" cap="all" spc="300"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6039709"/>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731520" y="603504"/>
            <a:ext cx="10863072" cy="4206240"/>
          </a:xfrm>
        </p:spPr>
        <p:txBody>
          <a:bodyPr>
            <a:normAutofit/>
          </a:bodyPr>
          <a:lstStyle>
            <a:lvl1pPr algn="l">
              <a:defRPr sz="27800">
                <a:solidFill>
                  <a:schemeClr val="tx1"/>
                </a:solidFill>
              </a:defRPr>
            </a:lvl1pPr>
          </a:lstStyle>
          <a:p>
            <a:r>
              <a:rPr lang="en-US" dirty="0"/>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06D1CA74-F3CB-4E54-8C43-DDC85602DA2D}" type="datetime2">
              <a:rPr lang="en-US" smtClean="0"/>
              <a:t>Tuesday, May 13, 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731520" y="4809744"/>
            <a:ext cx="5897880" cy="1353312"/>
          </a:xfrm>
        </p:spPr>
        <p:txBody>
          <a:bodyPr>
            <a:normAutofit/>
          </a:bodyPr>
          <a:lstStyle>
            <a:lvl1pPr marL="0" indent="0" algn="l">
              <a:buNone/>
              <a:defRPr sz="2800">
                <a:solidFill>
                  <a:schemeClr val="tx1"/>
                </a:solidFill>
              </a:defRPr>
            </a:lvl1pPr>
            <a:lvl2pPr marL="228600" indent="0" algn="l">
              <a:buNone/>
              <a:defRPr sz="2400">
                <a:solidFill>
                  <a:schemeClr val="tx1"/>
                </a:solidFill>
              </a:defRPr>
            </a:lvl2pPr>
            <a:lvl3pPr marL="457200" indent="0" algn="l">
              <a:buNone/>
              <a:defRPr sz="2000">
                <a:solidFill>
                  <a:schemeClr val="tx1"/>
                </a:solidFill>
              </a:defRPr>
            </a:lvl3pPr>
            <a:lvl4pPr marL="685800" indent="0" algn="l">
              <a:buNone/>
              <a:defRPr sz="1800">
                <a:solidFill>
                  <a:schemeClr val="tx1"/>
                </a:solidFill>
              </a:defRPr>
            </a:lvl4pPr>
            <a:lvl5pPr marL="914400" indent="0" algn="l">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50438903"/>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Big Number 3">
    <p:bg>
      <p:bgRef idx="1001">
        <a:schemeClr val="bg1"/>
      </p:bgRef>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60A6143-4068-5643-F18F-17A53862D2FE}"/>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BA665D91-A683-4C0E-1B5F-1AAB6F2C2F13}"/>
              </a:ext>
            </a:extLst>
          </p:cNvPr>
          <p:cNvSpPr/>
          <p:nvPr userDrawn="1"/>
        </p:nvSpPr>
        <p:spPr>
          <a:xfrm flipH="1">
            <a:off x="9842751" y="0"/>
            <a:ext cx="2377600"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437C38F-B4C9-D0C5-FD07-A245491067BE}"/>
              </a:ext>
            </a:extLst>
          </p:cNvPr>
          <p:cNvSpPr/>
          <p:nvPr userDrawn="1"/>
        </p:nvSpPr>
        <p:spPr>
          <a:xfrm flipH="1">
            <a:off x="9842745" y="-1"/>
            <a:ext cx="2377599"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C900F59-B076-DE27-F5BA-5498B25CF11E}"/>
              </a:ext>
            </a:extLst>
          </p:cNvPr>
          <p:cNvSpPr/>
          <p:nvPr userDrawn="1"/>
        </p:nvSpPr>
        <p:spPr>
          <a:xfrm rot="5400000" flipH="1">
            <a:off x="7602538" y="2240199"/>
            <a:ext cx="6858001" cy="2377599"/>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094B55C4-A115-653E-5C00-DEEE99628752}"/>
              </a:ext>
            </a:extLst>
          </p:cNvPr>
          <p:cNvSpPr/>
          <p:nvPr userDrawn="1"/>
        </p:nvSpPr>
        <p:spPr>
          <a:xfrm rot="12508972">
            <a:off x="8596731"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731520" y="603503"/>
            <a:ext cx="8678444" cy="4330805"/>
          </a:xfrm>
        </p:spPr>
        <p:txBody>
          <a:bodyPr anchor="t">
            <a:normAutofit/>
          </a:bodyPr>
          <a:lstStyle>
            <a:lvl1pPr algn="l">
              <a:defRPr sz="21500">
                <a:solidFill>
                  <a:schemeClr val="tx1"/>
                </a:solidFill>
              </a:defRPr>
            </a:lvl1pPr>
          </a:lstStyle>
          <a:p>
            <a:r>
              <a:rPr lang="en-US" dirty="0"/>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06D1CA74-F3CB-4E54-8C43-DDC85602DA2D}" type="datetime2">
              <a:rPr lang="en-US" smtClean="0"/>
              <a:t>Tuesday, May 13, 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731520" y="5102352"/>
            <a:ext cx="5897880" cy="1353312"/>
          </a:xfrm>
        </p:spPr>
        <p:txBody>
          <a:bodyPr anchor="ctr">
            <a:noAutofit/>
          </a:bodyPr>
          <a:lstStyle>
            <a:lvl1pPr marL="0" indent="0" algn="l">
              <a:buNone/>
              <a:defRPr sz="2400">
                <a:solidFill>
                  <a:schemeClr val="tx1"/>
                </a:solidFill>
              </a:defRPr>
            </a:lvl1pPr>
            <a:lvl2pPr marL="228600" indent="0" algn="l">
              <a:buNone/>
              <a:defRPr sz="2000">
                <a:solidFill>
                  <a:schemeClr val="tx1"/>
                </a:solidFill>
              </a:defRPr>
            </a:lvl2pPr>
            <a:lvl3pPr marL="457200" indent="0" algn="l">
              <a:buNone/>
              <a:defRPr sz="1800">
                <a:solidFill>
                  <a:schemeClr val="tx1"/>
                </a:solidFill>
              </a:defRPr>
            </a:lvl3pPr>
            <a:lvl4pPr marL="685800" indent="0" algn="l">
              <a:buNone/>
              <a:defRPr sz="1600">
                <a:solidFill>
                  <a:schemeClr val="tx1"/>
                </a:solidFill>
              </a:defRPr>
            </a:lvl4pPr>
            <a:lvl5pPr marL="914400" indent="0" algn="l">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1132389"/>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Statement 1">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AFD00E-68E4-2C52-ADE7-B3CCEEF5D30D}"/>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FA70C64-A82F-539E-FA22-E9EDFA88F0CB}"/>
              </a:ext>
            </a:extLst>
          </p:cNvPr>
          <p:cNvSpPr/>
          <p:nvPr userDrawn="1"/>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5B51035-B1FE-075C-1780-50D3B30B2326}"/>
              </a:ext>
            </a:extLst>
          </p:cNvPr>
          <p:cNvSpPr/>
          <p:nvPr userDrawn="1"/>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B1594AB-F53B-583B-B352-D96F6BEA3EAE}"/>
              </a:ext>
            </a:extLst>
          </p:cNvPr>
          <p:cNvSpPr/>
          <p:nvPr userDrawn="1"/>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0CA9B8D8-D96F-41A6-BA4F-3AC7B82BEA7B}"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4" name="Freeform: Shape 13">
            <a:extLst>
              <a:ext uri="{FF2B5EF4-FFF2-40B4-BE49-F238E27FC236}">
                <a16:creationId xmlns:a16="http://schemas.microsoft.com/office/drawing/2014/main" id="{516DC94B-3BDB-1A55-CF02-E0ACF543DF06}"/>
              </a:ext>
            </a:extLst>
          </p:cNvPr>
          <p:cNvSpPr/>
          <p:nvPr userDrawn="1"/>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7923230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Lst>
          </p:cNvPr>
          <p:cNvGrpSpPr/>
          <p:nvPr userDrawn="1"/>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Lst>
          </p:cNvPr>
          <p:cNvSpPr/>
          <p:nvPr userDrawn="1"/>
        </p:nvSpPr>
        <p:spPr>
          <a:xfrm rot="12508972">
            <a:off x="345743" y="2050044"/>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Rectangle 12">
            <a:extLst>
              <a:ext uri="{FF2B5EF4-FFF2-40B4-BE49-F238E27FC236}">
                <a16:creationId xmlns:a16="http://schemas.microsoft.com/office/drawing/2014/main" id="{7069311F-FD36-C119-8B93-522F477634FB}"/>
              </a:ext>
            </a:extLst>
          </p:cNvPr>
          <p:cNvSpPr/>
          <p:nvPr userDrawn="1"/>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F262D5A-EE5C-4193-987D-280BD08F6A0F}" type="datetime2">
              <a:rPr lang="en-US" smtClean="0"/>
              <a:t>Tuesday, May 13, 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Autofit/>
          </a:bodyPr>
          <a:lstStyle>
            <a:lvl1pPr marL="0" indent="0">
              <a:lnSpc>
                <a:spcPct val="110000"/>
              </a:lnSpc>
              <a:buNone/>
              <a:defRPr sz="4600" b="1" cap="all" spc="100" baseline="0">
                <a:latin typeface="+mj-lt"/>
              </a:defRPr>
            </a:lvl1pPr>
            <a:lvl2pPr marL="228600" indent="0">
              <a:lnSpc>
                <a:spcPct val="110000"/>
              </a:lnSpc>
              <a:buNone/>
              <a:defRPr sz="3600" b="1" cap="all" spc="100" baseline="0">
                <a:latin typeface="+mj-lt"/>
              </a:defRPr>
            </a:lvl2pPr>
            <a:lvl3pPr marL="457200" indent="0">
              <a:lnSpc>
                <a:spcPct val="110000"/>
              </a:lnSpc>
              <a:buNone/>
              <a:defRPr sz="3200" b="1" cap="all" spc="100" baseline="0">
                <a:latin typeface="+mj-lt"/>
              </a:defRPr>
            </a:lvl3pPr>
            <a:lvl4pPr marL="685800" indent="0">
              <a:lnSpc>
                <a:spcPct val="110000"/>
              </a:lnSpc>
              <a:buNone/>
              <a:defRPr sz="2800" b="1" cap="all" spc="100" baseline="0">
                <a:latin typeface="+mj-lt"/>
              </a:defRPr>
            </a:lvl4pPr>
            <a:lvl5pPr marL="914400" indent="0">
              <a:lnSpc>
                <a:spcPct val="110000"/>
              </a:lnSpc>
              <a:buNone/>
              <a:defRPr sz="2400" b="1" cap="all"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26282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497555"/>
            <a:ext cx="9198864" cy="2875175"/>
          </a:xfrm>
        </p:spPr>
        <p:txBody>
          <a:bodyPr anchor="ctr">
            <a:normAutofit/>
          </a:bodyPr>
          <a:lstStyle>
            <a:lvl1pPr>
              <a:defRPr sz="4400" b="0"/>
            </a:lvl1pPr>
          </a:lstStyle>
          <a:p>
            <a:r>
              <a:rPr lang="en-US" dirty="0"/>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09C1686-4256-43E6-865C-4BF3DB34C3D3}" type="datetime2">
              <a:rPr lang="en-US" smtClean="0"/>
              <a:t>Tuesday, May 13, 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4950267"/>
            <a:ext cx="9198864" cy="466344"/>
          </a:xfrm>
        </p:spPr>
        <p:txBody>
          <a:bodyPr>
            <a:noAutofit/>
          </a:bodyPr>
          <a:lstStyle>
            <a:lvl1pPr marL="0" indent="0">
              <a:buNone/>
              <a:defRPr sz="1600" b="1" cap="all" spc="300" baseline="0">
                <a:solidFill>
                  <a:schemeClr val="tx1"/>
                </a:solidFill>
                <a:latin typeface="+mj-lt"/>
              </a:defRPr>
            </a:lvl1pPr>
            <a:lvl2pPr marL="228600" indent="0">
              <a:buNone/>
              <a:defRPr sz="1400" b="1" cap="all" spc="300" baseline="0">
                <a:solidFill>
                  <a:schemeClr val="tx1"/>
                </a:solidFill>
                <a:latin typeface="+mj-lt"/>
              </a:defRPr>
            </a:lvl2pPr>
            <a:lvl3pPr marL="457200" indent="0">
              <a:buNone/>
              <a:defRPr sz="1200" b="1" cap="all" spc="300" baseline="0">
                <a:solidFill>
                  <a:schemeClr val="tx1"/>
                </a:solidFill>
                <a:latin typeface="+mj-lt"/>
              </a:defRPr>
            </a:lvl3pPr>
            <a:lvl4pPr marL="685800" indent="0">
              <a:buNone/>
              <a:defRPr sz="1100" b="1" cap="all" spc="300" baseline="0">
                <a:solidFill>
                  <a:schemeClr val="tx1"/>
                </a:solidFill>
                <a:latin typeface="+mj-lt"/>
              </a:defRPr>
            </a:lvl4pPr>
            <a:lvl5pPr marL="914400" indent="0">
              <a:buNone/>
              <a:defRPr sz="1050" b="1" cap="all" spc="300" baseline="0">
                <a:solidFill>
                  <a:schemeClr val="tx1"/>
                </a:solidFill>
                <a:latin typeface="+mj-lt"/>
              </a:defRPr>
            </a:lvl5pPr>
          </a:lstStyle>
          <a:p>
            <a:pPr lvl="0"/>
            <a:r>
              <a:rPr lang="en-US" dirty="0"/>
              <a:t>Quote Author</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49805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DFC56EE-453D-5604-2E61-F764A3FDA126}"/>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1662A2B-9DD8-5EC4-BCB1-63528BC5702D}"/>
              </a:ext>
            </a:extLst>
          </p:cNvPr>
          <p:cNvSpPr/>
          <p:nvPr userDrawn="1"/>
        </p:nvSpPr>
        <p:spPr>
          <a:xfrm>
            <a:off x="1009651" y="1028701"/>
            <a:ext cx="10172700" cy="48005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45EB8F9-14EA-461D-4CF6-028B1A6C9953}"/>
              </a:ext>
            </a:extLst>
          </p:cNvPr>
          <p:cNvSpPr/>
          <p:nvPr userDrawn="1"/>
        </p:nvSpPr>
        <p:spPr>
          <a:xfrm rot="10800000" flipH="1">
            <a:off x="1009650" y="5372523"/>
            <a:ext cx="10172700" cy="456773"/>
          </a:xfrm>
          <a:prstGeom prst="rect">
            <a:avLst/>
          </a:prstGeom>
          <a:gradFill>
            <a:gsLst>
              <a:gs pos="35000">
                <a:srgbClr val="FE4A00">
                  <a:alpha val="66667"/>
                </a:srgbClr>
              </a:gs>
              <a:gs pos="100000">
                <a:srgbClr val="FA0036">
                  <a:alpha val="91765"/>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71F073D-B57E-E4FF-CD14-0C7AB24ACA47}"/>
              </a:ext>
            </a:extLst>
          </p:cNvPr>
          <p:cNvSpPr/>
          <p:nvPr userDrawn="1"/>
        </p:nvSpPr>
        <p:spPr>
          <a:xfrm flipH="1">
            <a:off x="6057900" y="5372527"/>
            <a:ext cx="512444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64208" y="1536192"/>
            <a:ext cx="8759952" cy="2852928"/>
          </a:xfrm>
        </p:spPr>
        <p:txBody>
          <a:bodyPr anchor="ctr">
            <a:normAutofit/>
          </a:bodyPr>
          <a:lstStyle>
            <a:lvl1pPr>
              <a:lnSpc>
                <a:spcPct val="100000"/>
              </a:lnSpc>
              <a:defRPr sz="3200" b="0"/>
            </a:lvl1pPr>
          </a:lstStyle>
          <a:p>
            <a:r>
              <a:rPr lang="en-US" dirty="0"/>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909C1686-4256-43E6-865C-4BF3DB34C3D3}"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737360" y="4416552"/>
            <a:ext cx="8759952" cy="649224"/>
          </a:xfrm>
        </p:spPr>
        <p:txBody>
          <a:bodyPr anchor="ctr">
            <a:noAutofit/>
          </a:bodyPr>
          <a:lstStyle>
            <a:lvl1pPr marL="0" indent="0">
              <a:buNone/>
              <a:defRPr sz="1600" b="1" cap="all" spc="400" baseline="0">
                <a:solidFill>
                  <a:schemeClr val="tx1"/>
                </a:solidFill>
                <a:latin typeface="+mj-lt"/>
              </a:defRPr>
            </a:lvl1pPr>
            <a:lvl2pPr marL="228600" indent="0">
              <a:buNone/>
              <a:defRPr sz="1400" b="1" cap="all" spc="400">
                <a:solidFill>
                  <a:schemeClr val="tx1"/>
                </a:solidFill>
                <a:latin typeface="+mj-lt"/>
              </a:defRPr>
            </a:lvl2pPr>
            <a:lvl3pPr marL="457200" indent="0">
              <a:buNone/>
              <a:defRPr sz="1200" b="1" cap="all" spc="400">
                <a:solidFill>
                  <a:schemeClr val="tx1"/>
                </a:solidFill>
                <a:latin typeface="+mj-lt"/>
              </a:defRPr>
            </a:lvl3pPr>
            <a:lvl4pPr marL="685800" indent="0">
              <a:buNone/>
              <a:defRPr sz="1100" b="1" cap="all" spc="400">
                <a:solidFill>
                  <a:schemeClr val="tx1"/>
                </a:solidFill>
                <a:latin typeface="+mj-lt"/>
              </a:defRPr>
            </a:lvl4pPr>
            <a:lvl5pPr marL="914400" indent="0">
              <a:buNone/>
              <a:defRPr sz="1050" b="1" cap="all" spc="400">
                <a:solidFill>
                  <a:schemeClr val="tx1"/>
                </a:solidFill>
                <a:latin typeface="+mj-lt"/>
              </a:defRPr>
            </a:lvl5pPr>
          </a:lstStyle>
          <a:p>
            <a:pPr lvl="0"/>
            <a:r>
              <a:rPr lang="en-US" dirty="0"/>
              <a:t>Quote Author</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100089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_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DFC56EE-453D-5604-2E61-F764A3FDA126}"/>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7E8987B-30CC-703A-B6CB-AB5A46C75EEE}"/>
              </a:ext>
            </a:extLst>
          </p:cNvPr>
          <p:cNvSpPr/>
          <p:nvPr userDrawn="1"/>
        </p:nvSpPr>
        <p:spPr>
          <a:xfrm>
            <a:off x="1009651" y="1028701"/>
            <a:ext cx="10172700" cy="48005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335B987-327A-F416-7CAE-DBC2ADFD14CC}"/>
              </a:ext>
            </a:extLst>
          </p:cNvPr>
          <p:cNvSpPr/>
          <p:nvPr userDrawn="1"/>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a:extLst>
              <a:ext uri="{FF2B5EF4-FFF2-40B4-BE49-F238E27FC236}">
                <a16:creationId xmlns:a16="http://schemas.microsoft.com/office/drawing/2014/main" id="{7CC65A21-2227-80AA-BCC4-DA2AD5381941}"/>
              </a:ext>
            </a:extLst>
          </p:cNvPr>
          <p:cNvSpPr/>
          <p:nvPr userDrawn="1"/>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020824" y="1737360"/>
            <a:ext cx="8156448" cy="2569464"/>
          </a:xfrm>
        </p:spPr>
        <p:txBody>
          <a:bodyPr anchor="ctr">
            <a:normAutofit/>
          </a:bodyPr>
          <a:lstStyle>
            <a:lvl1pPr algn="ctr">
              <a:lnSpc>
                <a:spcPct val="110000"/>
              </a:lnSpc>
              <a:defRPr sz="3600" b="0" cap="none" spc="0" baseline="0"/>
            </a:lvl1pPr>
          </a:lstStyle>
          <a:p>
            <a:r>
              <a:rPr lang="en-US" dirty="0"/>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909C1686-4256-43E6-865C-4BF3DB34C3D3}"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020056"/>
            <a:ext cx="9198864" cy="649224"/>
          </a:xfrm>
        </p:spPr>
        <p:txBody>
          <a:bodyPr anchor="ctr">
            <a:noAutofit/>
          </a:bodyPr>
          <a:lstStyle>
            <a:lvl1pPr marL="0" indent="0" algn="ctr">
              <a:buNone/>
              <a:defRPr sz="1600" b="1" cap="all" spc="400" baseline="0">
                <a:solidFill>
                  <a:schemeClr val="bg1"/>
                </a:solidFill>
              </a:defRPr>
            </a:lvl1pPr>
            <a:lvl2pPr marL="228600" indent="0" algn="ctr">
              <a:buNone/>
              <a:defRPr sz="1400" b="1" cap="all" spc="400">
                <a:solidFill>
                  <a:schemeClr val="bg1"/>
                </a:solidFill>
              </a:defRPr>
            </a:lvl2pPr>
            <a:lvl3pPr marL="457200" indent="0" algn="ctr">
              <a:buNone/>
              <a:defRPr sz="1200" b="1" cap="all" spc="400">
                <a:solidFill>
                  <a:schemeClr val="bg1"/>
                </a:solidFill>
              </a:defRPr>
            </a:lvl3pPr>
            <a:lvl4pPr marL="685800" indent="0" algn="ctr">
              <a:buNone/>
              <a:defRPr sz="1100" b="1" cap="all" spc="400">
                <a:solidFill>
                  <a:schemeClr val="bg1"/>
                </a:solidFill>
              </a:defRPr>
            </a:lvl4pPr>
            <a:lvl5pPr marL="914400" indent="0" algn="ctr">
              <a:buNone/>
              <a:defRPr sz="1050" b="1" cap="all" spc="400">
                <a:solidFill>
                  <a:schemeClr val="bg1"/>
                </a:solidFill>
              </a:defRPr>
            </a:lvl5pPr>
          </a:lstStyle>
          <a:p>
            <a:pPr lvl="0"/>
            <a:r>
              <a:rPr lang="en-US" dirty="0"/>
              <a:t>Quote Author</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22540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F96CF6D-CD12-544A-2FFA-9EA21D92072E}"/>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68519C3D-ECDE-2787-3717-DA29A112F6F9}"/>
              </a:ext>
            </a:extLst>
          </p:cNvPr>
          <p:cNvSpPr/>
          <p:nvPr userDrawn="1"/>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EC3966D-F5E1-07D2-79E3-99BF7F5B5407}"/>
              </a:ext>
            </a:extLst>
          </p:cNvPr>
          <p:cNvSpPr/>
          <p:nvPr userDrawn="1"/>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853FF58-C1F8-FA09-074D-AB8E9FBA1FDD}"/>
              </a:ext>
            </a:extLst>
          </p:cNvPr>
          <p:cNvSpPr/>
          <p:nvPr userDrawn="1"/>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A190FAB-1CE4-606E-199A-287AA035D1DB}"/>
              </a:ext>
            </a:extLst>
          </p:cNvPr>
          <p:cNvSpPr/>
          <p:nvPr userDrawn="1"/>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1481328"/>
            <a:ext cx="8001000" cy="2752344"/>
          </a:xfrm>
        </p:spPr>
        <p:txBody>
          <a:bodyPr anchor="ctr">
            <a:normAutofit/>
          </a:bodyPr>
          <a:lstStyle>
            <a:lvl1pPr>
              <a:lnSpc>
                <a:spcPct val="120000"/>
              </a:lnSpc>
              <a:defRPr sz="3200" b="0" cap="none" spc="0" baseline="0">
                <a:solidFill>
                  <a:schemeClr val="bg1"/>
                </a:solidFill>
              </a:defRPr>
            </a:lvl1pPr>
          </a:lstStyle>
          <a:p>
            <a:r>
              <a:rPr lang="en-US" dirty="0"/>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909C1686-4256-43E6-865C-4BF3DB34C3D3}"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4736592"/>
            <a:ext cx="9006840" cy="795528"/>
          </a:xfrm>
        </p:spPr>
        <p:txBody>
          <a:bodyPr anchor="ctr">
            <a:normAutofit/>
          </a:bodyPr>
          <a:lstStyle>
            <a:lvl1pPr marL="0" indent="0">
              <a:buNone/>
              <a:defRPr sz="2200" b="1" cap="all" spc="400" baseline="0">
                <a:solidFill>
                  <a:schemeClr val="bg1"/>
                </a:solidFill>
                <a:latin typeface="+mj-lt"/>
              </a:defRPr>
            </a:lvl1pPr>
            <a:lvl2pPr marL="228600" indent="0">
              <a:buNone/>
              <a:defRPr sz="2000" b="1" cap="all" spc="400" baseline="0">
                <a:solidFill>
                  <a:schemeClr val="bg1"/>
                </a:solidFill>
                <a:latin typeface="+mj-lt"/>
              </a:defRPr>
            </a:lvl2pPr>
            <a:lvl3pPr marL="457200" indent="0">
              <a:buNone/>
              <a:defRPr sz="1800" b="1" cap="all" spc="400" baseline="0">
                <a:solidFill>
                  <a:schemeClr val="bg1"/>
                </a:solidFill>
                <a:latin typeface="+mj-lt"/>
              </a:defRPr>
            </a:lvl3pPr>
            <a:lvl4pPr marL="685800" indent="0">
              <a:buNone/>
              <a:defRPr sz="1600" b="1" cap="all" spc="400" baseline="0">
                <a:solidFill>
                  <a:schemeClr val="bg1"/>
                </a:solidFill>
                <a:latin typeface="+mj-lt"/>
              </a:defRPr>
            </a:lvl4pPr>
            <a:lvl5pPr marL="914400" indent="0">
              <a:buNone/>
              <a:defRPr sz="1400" b="1" cap="all" spc="400" baseline="0">
                <a:solidFill>
                  <a:schemeClr val="bg1"/>
                </a:solidFill>
                <a:latin typeface="+mj-lt"/>
              </a:defRPr>
            </a:lvl5pPr>
          </a:lstStyle>
          <a:p>
            <a:pPr lvl="0"/>
            <a:r>
              <a:rPr lang="en-US" dirty="0"/>
              <a:t>Quote Author</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0539765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_Quot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A1F90E-DB4C-5EE4-753F-1A3C96013EEF}"/>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40A7D6A-F901-6FD5-62E6-38FBE76E0278}"/>
              </a:ext>
            </a:extLst>
          </p:cNvPr>
          <p:cNvSpPr/>
          <p:nvPr userDrawn="1"/>
        </p:nvSpPr>
        <p:spPr>
          <a:xfrm>
            <a:off x="1009651" y="1028701"/>
            <a:ext cx="10172700" cy="4800598"/>
          </a:xfrm>
          <a:prstGeom prst="rect">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FFF0D5C-853B-2749-E5BC-06E387EA5FC0}"/>
              </a:ext>
            </a:extLst>
          </p:cNvPr>
          <p:cNvSpPr/>
          <p:nvPr userDrawn="1"/>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B25369D9-EA61-DE2F-90F2-D94E3501FA02}"/>
              </a:ext>
            </a:extLst>
          </p:cNvPr>
          <p:cNvSpPr/>
          <p:nvPr userDrawn="1"/>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737360" y="1399032"/>
            <a:ext cx="5751576" cy="4041648"/>
          </a:xfrm>
        </p:spPr>
        <p:txBody>
          <a:bodyPr anchor="ctr">
            <a:normAutofit/>
          </a:bodyPr>
          <a:lstStyle>
            <a:lvl1pPr>
              <a:lnSpc>
                <a:spcPct val="110000"/>
              </a:lnSpc>
              <a:defRPr sz="3600"/>
            </a:lvl1pPr>
          </a:lstStyle>
          <a:p>
            <a:r>
              <a:rPr lang="en-US" dirty="0"/>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909C1686-4256-43E6-865C-4BF3DB34C3D3}" type="datetime2">
              <a:rPr lang="en-US" smtClean="0"/>
              <a:pPr/>
              <a:t>Tuesday, May 13, 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8531352" y="1792224"/>
            <a:ext cx="2322576" cy="3465576"/>
          </a:xfrm>
        </p:spPr>
        <p:txBody>
          <a:bodyPr anchor="ctr">
            <a:noAutofit/>
          </a:bodyPr>
          <a:lstStyle>
            <a:lvl1pPr marL="0" indent="0" algn="ctr">
              <a:buNone/>
              <a:defRPr sz="1600" b="0" cap="all" spc="400" baseline="0">
                <a:solidFill>
                  <a:schemeClr val="bg1"/>
                </a:solidFill>
              </a:defRPr>
            </a:lvl1pPr>
            <a:lvl2pPr marL="228600" indent="0" algn="ctr">
              <a:buNone/>
              <a:defRPr sz="1400" b="0" cap="all" spc="400">
                <a:solidFill>
                  <a:schemeClr val="bg1"/>
                </a:solidFill>
              </a:defRPr>
            </a:lvl2pPr>
            <a:lvl3pPr marL="457200" indent="0" algn="ctr">
              <a:buNone/>
              <a:defRPr sz="1200" b="0" cap="all" spc="400">
                <a:solidFill>
                  <a:schemeClr val="bg1"/>
                </a:solidFill>
              </a:defRPr>
            </a:lvl3pPr>
            <a:lvl4pPr marL="685800" indent="0" algn="ctr">
              <a:buNone/>
              <a:defRPr sz="1100" b="0" cap="all" spc="400">
                <a:solidFill>
                  <a:schemeClr val="bg1"/>
                </a:solidFill>
              </a:defRPr>
            </a:lvl4pPr>
            <a:lvl5pPr marL="914400" indent="0" algn="ctr">
              <a:buNone/>
              <a:defRPr sz="1050" b="0" cap="all" spc="400">
                <a:solidFill>
                  <a:schemeClr val="bg1"/>
                </a:solidFill>
              </a:defRPr>
            </a:lvl5pPr>
          </a:lstStyle>
          <a:p>
            <a:pPr lvl="0"/>
            <a:r>
              <a:rPr lang="en-US" dirty="0"/>
              <a:t>Quote Author</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159378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Quote 3">
    <p:bg>
      <p:bgRef idx="1001">
        <a:schemeClr val="bg2"/>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6249462-19B5-6FE4-E7A0-587EEC20D5C7}"/>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ECC26DA5-C419-9ABC-2F3F-D2666E63EBE0}"/>
              </a:ext>
            </a:extLst>
          </p:cNvPr>
          <p:cNvSpPr/>
          <p:nvPr userDrawn="1"/>
        </p:nvSpPr>
        <p:spPr>
          <a:xfrm>
            <a:off x="4075158" y="0"/>
            <a:ext cx="8116842" cy="6858000"/>
          </a:xfrm>
          <a:prstGeom prst="rect">
            <a:avLst/>
          </a:prstGeom>
          <a:gradFill>
            <a:gsLst>
              <a:gs pos="0">
                <a:srgbClr val="FF411C">
                  <a:alpha val="72941"/>
                </a:srgbClr>
              </a:gs>
              <a:gs pos="100000">
                <a:srgbClr val="92248E"/>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1131E66E-449E-07B6-9540-9EEBB4A47C2D}"/>
              </a:ext>
            </a:extLst>
          </p:cNvPr>
          <p:cNvSpPr/>
          <p:nvPr userDrawn="1"/>
        </p:nvSpPr>
        <p:spPr>
          <a:xfrm>
            <a:off x="4075158" y="39884"/>
            <a:ext cx="8116842" cy="6818116"/>
          </a:xfrm>
          <a:prstGeom prst="rect">
            <a:avLst/>
          </a:prstGeom>
          <a:gradFill>
            <a:gsLst>
              <a:gs pos="18000">
                <a:srgbClr val="DA002F">
                  <a:alpha val="0"/>
                </a:srgbClr>
              </a:gs>
              <a:gs pos="98000">
                <a:srgbClr val="DA002F">
                  <a:alpha val="56863"/>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91D24EAB-2E9D-8A26-726D-B09AB6066974}"/>
              </a:ext>
            </a:extLst>
          </p:cNvPr>
          <p:cNvSpPr/>
          <p:nvPr userDrawn="1"/>
        </p:nvSpPr>
        <p:spPr>
          <a:xfrm rot="10800000">
            <a:off x="4096492" y="4571997"/>
            <a:ext cx="8095508" cy="2286002"/>
          </a:xfrm>
          <a:prstGeom prst="rect">
            <a:avLst/>
          </a:prstGeom>
          <a:gradFill>
            <a:gsLst>
              <a:gs pos="0">
                <a:srgbClr val="FF6C4F">
                  <a:alpha val="57647"/>
                </a:srgbClr>
              </a:gs>
              <a:gs pos="100000">
                <a:srgbClr val="FF523B">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8B25B741-2115-959B-7AC9-74888288C111}"/>
              </a:ext>
            </a:extLst>
          </p:cNvPr>
          <p:cNvSpPr/>
          <p:nvPr userDrawn="1"/>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F1B21FF-F592-35C2-1447-CC16C6D5D884}"/>
              </a:ext>
            </a:extLst>
          </p:cNvPr>
          <p:cNvSpPr/>
          <p:nvPr userDrawn="1"/>
        </p:nvSpPr>
        <p:spPr>
          <a:xfrm>
            <a:off x="3794234" y="0"/>
            <a:ext cx="614222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438912"/>
            <a:ext cx="8714232" cy="4526280"/>
          </a:xfrm>
        </p:spPr>
        <p:txBody>
          <a:bodyPr anchor="ctr">
            <a:normAutofit/>
          </a:bodyPr>
          <a:lstStyle>
            <a:lvl1pPr algn="l">
              <a:lnSpc>
                <a:spcPct val="100000"/>
              </a:lnSpc>
              <a:defRPr sz="4000" b="0">
                <a:solidFill>
                  <a:schemeClr val="tx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b="1" cap="all" spc="3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369775" y="6455664"/>
            <a:ext cx="4672584" cy="365760"/>
          </a:xfrm>
        </p:spPr>
        <p:txBody>
          <a:bodyPr/>
          <a:lstStyle>
            <a:lvl1pPr>
              <a:defRPr>
                <a:solidFill>
                  <a:schemeClr val="tx1"/>
                </a:solidFill>
              </a:defRPr>
            </a:lvl1pPr>
          </a:lstStyle>
          <a:p>
            <a:fld id="{3FEDCD5E-E098-4859-9320-1C00AB957A52}"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9024071" y="6455664"/>
            <a:ext cx="548640" cy="365760"/>
          </a:xfr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247753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1_Quote 3">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8B64739-EE83-38D9-FEB6-052B0A439E01}"/>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BD6E9DF-C9D1-7C52-F14D-C1E423150950}"/>
              </a:ext>
            </a:extLst>
          </p:cNvPr>
          <p:cNvSpPr/>
          <p:nvPr userDrawn="1"/>
        </p:nvSpPr>
        <p:spPr>
          <a:xfrm>
            <a:off x="4075158" y="0"/>
            <a:ext cx="8116842" cy="6858000"/>
          </a:xfrm>
          <a:prstGeom prst="rect">
            <a:avLst/>
          </a:prstGeom>
          <a:gradFill>
            <a:gsLst>
              <a:gs pos="0">
                <a:srgbClr val="FF411C">
                  <a:alpha val="72941"/>
                </a:srgbClr>
              </a:gs>
              <a:gs pos="100000">
                <a:srgbClr val="92248E"/>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DAD9DB1-DA73-5384-4129-9D93F15E1313}"/>
              </a:ext>
            </a:extLst>
          </p:cNvPr>
          <p:cNvSpPr/>
          <p:nvPr userDrawn="1"/>
        </p:nvSpPr>
        <p:spPr>
          <a:xfrm>
            <a:off x="4075158" y="39884"/>
            <a:ext cx="8116842" cy="6818116"/>
          </a:xfrm>
          <a:prstGeom prst="rect">
            <a:avLst/>
          </a:prstGeom>
          <a:gradFill>
            <a:gsLst>
              <a:gs pos="18000">
                <a:srgbClr val="DA002F">
                  <a:alpha val="0"/>
                </a:srgbClr>
              </a:gs>
              <a:gs pos="98000">
                <a:srgbClr val="DA002F">
                  <a:alpha val="56863"/>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A8DDDB7-1ACE-4272-09B2-448495C96759}"/>
              </a:ext>
            </a:extLst>
          </p:cNvPr>
          <p:cNvSpPr/>
          <p:nvPr userDrawn="1"/>
        </p:nvSpPr>
        <p:spPr>
          <a:xfrm rot="10800000">
            <a:off x="4096492" y="4571997"/>
            <a:ext cx="8095508" cy="2286002"/>
          </a:xfrm>
          <a:prstGeom prst="rect">
            <a:avLst/>
          </a:prstGeom>
          <a:gradFill>
            <a:gsLst>
              <a:gs pos="0">
                <a:srgbClr val="FF6C4F">
                  <a:alpha val="57647"/>
                </a:srgbClr>
              </a:gs>
              <a:gs pos="100000">
                <a:srgbClr val="FF523B">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FC1D9B55-EEFC-99E0-8DFA-A37A152AE1D7}"/>
              </a:ext>
            </a:extLst>
          </p:cNvPr>
          <p:cNvSpPr/>
          <p:nvPr userDrawn="1"/>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52D0300-673B-32D0-E8CB-8DC017978C4B}"/>
              </a:ext>
            </a:extLst>
          </p:cNvPr>
          <p:cNvSpPr/>
          <p:nvPr userDrawn="1"/>
        </p:nvSpPr>
        <p:spPr>
          <a:xfrm>
            <a:off x="3836276" y="0"/>
            <a:ext cx="325820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731520" y="813816"/>
            <a:ext cx="5477256" cy="4581144"/>
          </a:xfrm>
        </p:spPr>
        <p:txBody>
          <a:bodyPr anchor="t">
            <a:normAutofit/>
          </a:bodyPr>
          <a:lstStyle>
            <a:lvl1pPr algn="l">
              <a:lnSpc>
                <a:spcPct val="100000"/>
              </a:lnSpc>
              <a:defRPr sz="4800">
                <a:solidFill>
                  <a:schemeClr val="tx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5669280"/>
            <a:ext cx="5376672" cy="777240"/>
          </a:xfrm>
        </p:spPr>
        <p:txBody>
          <a:bodyPr anchor="t">
            <a:normAutofit/>
          </a:bodyPr>
          <a:lstStyle>
            <a:lvl1pPr marL="0" indent="0" algn="l">
              <a:buNone/>
              <a:defRPr sz="1600" b="0" cap="all" spc="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Date Placeholder 17">
            <a:extLst>
              <a:ext uri="{FF2B5EF4-FFF2-40B4-BE49-F238E27FC236}">
                <a16:creationId xmlns:a16="http://schemas.microsoft.com/office/drawing/2014/main" id="{A77E17E2-B207-BFF2-D048-19ED7563227C}"/>
              </a:ext>
            </a:extLst>
          </p:cNvPr>
          <p:cNvSpPr>
            <a:spLocks noGrp="1"/>
          </p:cNvSpPr>
          <p:nvPr>
            <p:ph type="dt" sz="half" idx="10"/>
          </p:nvPr>
        </p:nvSpPr>
        <p:spPr/>
        <p:txBody>
          <a:bodyPr/>
          <a:lstStyle/>
          <a:p>
            <a:fld id="{D13647E4-A40C-47B0-8F60-493CEFCF7B87}" type="datetime2">
              <a:rPr lang="en-US" smtClean="0"/>
              <a:pPr/>
              <a:t>Tuesday, May 13, 2025</a:t>
            </a:fld>
            <a:endParaRPr lang="en-US" dirty="0"/>
          </a:p>
        </p:txBody>
      </p:sp>
      <p:sp>
        <p:nvSpPr>
          <p:cNvPr id="19" name="Footer Placeholder 18">
            <a:extLst>
              <a:ext uri="{FF2B5EF4-FFF2-40B4-BE49-F238E27FC236}">
                <a16:creationId xmlns:a16="http://schemas.microsoft.com/office/drawing/2014/main" id="{B20D5C17-3A66-391B-8427-0C7ECC43E7A4}"/>
              </a:ext>
            </a:extLst>
          </p:cNvPr>
          <p:cNvSpPr>
            <a:spLocks noGrp="1"/>
          </p:cNvSpPr>
          <p:nvPr>
            <p:ph type="ftr" sz="quarter" idx="11"/>
          </p:nvPr>
        </p:nvSpPr>
        <p:spPr/>
        <p:txBody>
          <a:bodyPr/>
          <a:lstStyle/>
          <a:p>
            <a:r>
              <a:rPr lang="en-US" dirty="0"/>
              <a:t>Sample Footer Text</a:t>
            </a:r>
          </a:p>
        </p:txBody>
      </p:sp>
      <p:sp>
        <p:nvSpPr>
          <p:cNvPr id="20" name="Slide Number Placeholder 19">
            <a:extLst>
              <a:ext uri="{FF2B5EF4-FFF2-40B4-BE49-F238E27FC236}">
                <a16:creationId xmlns:a16="http://schemas.microsoft.com/office/drawing/2014/main" id="{B774480D-E756-F873-A238-E7C02EE8A338}"/>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671851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Quote 4">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5686FDD-83D2-42BD-91C1-8F4FCA815954}"/>
              </a:ext>
            </a:extLst>
          </p:cNvPr>
          <p:cNvSpPr/>
          <p:nvPr userDrawn="1"/>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F5FB8796-75D7-7C83-08A7-AE7AA22212C3}"/>
              </a:ext>
            </a:extLst>
          </p:cNvPr>
          <p:cNvGrpSpPr/>
          <p:nvPr userDrawn="1"/>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EB783C3F-5A9D-D61B-3292-79B9BAF92199}"/>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Rectangle 9">
              <a:extLst>
                <a:ext uri="{FF2B5EF4-FFF2-40B4-BE49-F238E27FC236}">
                  <a16:creationId xmlns:a16="http://schemas.microsoft.com/office/drawing/2014/main" id="{726E92D9-5E37-E37C-03F3-8C7E98648AC4}"/>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1" name="Rectangle 10">
              <a:extLst>
                <a:ext uri="{FF2B5EF4-FFF2-40B4-BE49-F238E27FC236}">
                  <a16:creationId xmlns:a16="http://schemas.microsoft.com/office/drawing/2014/main" id="{22338184-8002-7C70-BB3E-895CCED3737E}"/>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2" name="Rectangle 11">
              <a:extLst>
                <a:ext uri="{FF2B5EF4-FFF2-40B4-BE49-F238E27FC236}">
                  <a16:creationId xmlns:a16="http://schemas.microsoft.com/office/drawing/2014/main" id="{420DEC92-79EA-7FB3-88AD-16D5A2A460EA}"/>
                </a:ext>
              </a:extLst>
            </p:cNvPr>
            <p:cNvSpPr/>
            <p:nvPr/>
          </p:nvSpPr>
          <p:spPr>
            <a:xfrm rot="16200000">
              <a:off x="-1672708" y="2090968"/>
              <a:ext cx="6860522" cy="2344765"/>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grpSp>
      <p:sp>
        <p:nvSpPr>
          <p:cNvPr id="13" name="Rectangle 12">
            <a:extLst>
              <a:ext uri="{FF2B5EF4-FFF2-40B4-BE49-F238E27FC236}">
                <a16:creationId xmlns:a16="http://schemas.microsoft.com/office/drawing/2014/main" id="{DAA43F48-9C17-9469-808D-7E2DC1603B06}"/>
              </a:ext>
            </a:extLst>
          </p:cNvPr>
          <p:cNvSpPr/>
          <p:nvPr userDrawn="1"/>
        </p:nvSpPr>
        <p:spPr>
          <a:xfrm>
            <a:off x="-18286" y="4719145"/>
            <a:ext cx="12221346" cy="21489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731519" y="603504"/>
            <a:ext cx="8248579" cy="3785616"/>
          </a:xfrm>
        </p:spPr>
        <p:txBody>
          <a:bodyPr anchor="t">
            <a:normAutofit/>
          </a:bodyPr>
          <a:lstStyle>
            <a:lvl1pPr algn="l">
              <a:lnSpc>
                <a:spcPct val="100000"/>
              </a:lnSpc>
              <a:defRPr sz="4400">
                <a:solidFill>
                  <a:schemeClr val="bg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5431536" cy="1289304"/>
          </a:xfrm>
        </p:spPr>
        <p:txBody>
          <a:bodyPr anchor="ctr">
            <a:normAutofit/>
          </a:bodyPr>
          <a:lstStyle>
            <a:lvl1pPr marL="0" indent="0" algn="l">
              <a:buNone/>
              <a:defRPr sz="1800" cap="all" spc="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D5EA18F-A462-4C85-A244-32772AE8C7DF}" type="datetime2">
              <a:rPr lang="en-US" smtClean="0"/>
              <a:t>Tuesday, May 13, 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74045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731521" y="1563624"/>
            <a:ext cx="50749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501384" y="1563624"/>
            <a:ext cx="50749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ACC96B7-CBD7-4E1F-883F-2320FA3B46D5}" type="datetime2">
              <a:rPr lang="en-US" smtClean="0"/>
              <a:t>Tuesday, May 13, 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731520" y="2020888"/>
            <a:ext cx="5074920" cy="4114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500622" y="2020888"/>
            <a:ext cx="5074920" cy="4114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A8B663E-F5C1-4BBC-963F-2C0AAC89595E}" type="datetime2">
              <a:rPr lang="en-US" smtClean="0"/>
              <a:t>Tuesday, May 13, 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30304A-BF85-429F-B4C5-5A372662E621}" type="datetime2">
              <a:rPr lang="en-US" smtClean="0"/>
              <a:t>Tuesday, May 13, 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752566"/>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D4D21C6-717F-4092-8A64-BF3BC65518BE}" type="datetime2">
              <a:rPr lang="en-US" smtClean="0"/>
              <a:t>Tuesday, May 13, 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anchor="t">
            <a:normAutofit/>
          </a:bodyPr>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CD193F96-6C31-4CEA-83E3-8D0C50B4A634}" type="datetime2">
              <a:rPr lang="en-US" smtClean="0"/>
              <a:t>Tuesday, May 13, 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p:nvPr>
        </p:nvSpPr>
        <p:spPr>
          <a:xfrm>
            <a:off x="5421313" y="603504"/>
            <a:ext cx="6154737" cy="5376510"/>
          </a:xfrm>
          <a:blipFill dpi="0" rotWithShape="1">
            <a:blip r:embed="rId2">
              <a:alphaModFix amt="85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0E46A2F-19F0-DFCD-9CE3-04C79F793D8F}"/>
              </a:ext>
            </a:extLst>
          </p:cNvPr>
          <p:cNvSpPr/>
          <p:nvPr userDrawn="1"/>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
        <p:nvSpPr>
          <p:cNvPr id="7" name="Rectangle 6">
            <a:extLst>
              <a:ext uri="{FF2B5EF4-FFF2-40B4-BE49-F238E27FC236}">
                <a16:creationId xmlns:a16="http://schemas.microsoft.com/office/drawing/2014/main" id="{C51DC8D0-ECB3-9C81-4ADA-D2C30B00B146}"/>
              </a:ext>
            </a:extLst>
          </p:cNvPr>
          <p:cNvSpPr/>
          <p:nvPr userDrawn="1"/>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E2A9673D-65B2-D6C4-C53F-8652E7E8A8A2}"/>
              </a:ext>
            </a:extLst>
          </p:cNvPr>
          <p:cNvSpPr/>
          <p:nvPr userDrawn="1"/>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32E07E3-56CC-285D-C461-695C95F6ECD4}"/>
              </a:ext>
            </a:extLst>
          </p:cNvPr>
          <p:cNvSpPr/>
          <p:nvPr userDrawn="1"/>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F013C450-5422-C684-DC49-499D1A1B957B}"/>
              </a:ext>
            </a:extLst>
          </p:cNvPr>
          <p:cNvSpPr/>
          <p:nvPr userDrawn="1"/>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601200" cy="1728216"/>
          </a:xfrm>
        </p:spPr>
        <p:txBody>
          <a:bodyPr anchor="b">
            <a:noAutofit/>
          </a:bodyPr>
          <a:lstStyle>
            <a:lvl1pPr>
              <a:defRPr sz="60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91CD674-58C1-4AA6-A5DF-2F08B0131830}"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875154-47EA-9315-F160-02DA5541D650}"/>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9617130E-6216-789E-BE08-6D1E3E75622B}"/>
              </a:ext>
            </a:extLst>
          </p:cNvPr>
          <p:cNvSpPr/>
          <p:nvPr userDrawn="1"/>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7499983-7B9C-7C3D-25C2-1715A4226DE4}"/>
              </a:ext>
            </a:extLst>
          </p:cNvPr>
          <p:cNvSpPr/>
          <p:nvPr userDrawn="1"/>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0492B90-6109-F01B-1ABB-6BED7A1F1389}"/>
              </a:ext>
            </a:extLst>
          </p:cNvPr>
          <p:cNvSpPr/>
          <p:nvPr userDrawn="1"/>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A8F1BDFB-261A-F796-17BC-584DAB2E77B1}"/>
              </a:ext>
            </a:extLst>
          </p:cNvPr>
          <p:cNvSpPr/>
          <p:nvPr userDrawn="1"/>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8741664"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61B624A-932C-46A9-84E8-980FC6637487}"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Content Photo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85000"/>
              <a:extLst>
                <a:ext uri="{28A0092B-C50C-407E-A947-70E740481C1C}">
                  <a14:useLocalDpi xmlns:a14="http://schemas.microsoft.com/office/drawing/2010/main"/>
                </a:ext>
              </a:extLst>
            </a:blip>
            <a:srcRect/>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5/13/2025</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9907398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a:blip r:embed="rId2" cstate="print">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5/13/2025</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098701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a:blip r:embed="rId2" cstate="print">
              <a:alphaModFix amt="85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lvl="0"/>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5/13/2025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524512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theme" Target="../theme/theme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Lst>
          </p:cNvPr>
          <p:cNvSpPr/>
          <p:nvPr userDrawn="1"/>
        </p:nvSpPr>
        <p:spPr>
          <a:xfrm rot="10800000" flipH="1">
            <a:off x="0" y="6400798"/>
            <a:ext cx="12192000" cy="457202"/>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6965722-DE3B-A05F-AE94-E31AF26EBF9D}"/>
              </a:ext>
            </a:extLst>
          </p:cNvPr>
          <p:cNvSpPr/>
          <p:nvPr userDrawn="1"/>
        </p:nvSpPr>
        <p:spPr>
          <a:xfrm flipH="1">
            <a:off x="4076700" y="6400799"/>
            <a:ext cx="811529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D13647E4-A40C-47B0-8F60-493CEFCF7B87}" type="datetime2">
              <a:rPr lang="en-US" smtClean="0"/>
              <a:pPr/>
              <a:t>Tuesday, May 13, 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781" r:id="rId2"/>
    <p:sldLayoutId id="2147483782" r:id="rId3"/>
    <p:sldLayoutId id="2147483715"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676" r:id="rId15"/>
    <p:sldLayoutId id="2147483729" r:id="rId16"/>
    <p:sldLayoutId id="2147483810" r:id="rId17"/>
    <p:sldLayoutId id="2147483811" r:id="rId18"/>
    <p:sldLayoutId id="2147483812" r:id="rId19"/>
    <p:sldLayoutId id="2147483813" r:id="rId20"/>
    <p:sldLayoutId id="2147483814" r:id="rId21"/>
    <p:sldLayoutId id="2147483716" r:id="rId22"/>
    <p:sldLayoutId id="2147483800" r:id="rId23"/>
    <p:sldLayoutId id="2147483713" r:id="rId24"/>
    <p:sldLayoutId id="2147483732" r:id="rId25"/>
    <p:sldLayoutId id="2147483662" r:id="rId26"/>
    <p:sldLayoutId id="2147483794" r:id="rId27"/>
    <p:sldLayoutId id="2147483798" r:id="rId28"/>
    <p:sldLayoutId id="2147483679" r:id="rId29"/>
    <p:sldLayoutId id="2147483680" r:id="rId30"/>
    <p:sldLayoutId id="2147483681" r:id="rId31"/>
    <p:sldLayoutId id="2147483799" r:id="rId32"/>
    <p:sldLayoutId id="2147483778" r:id="rId33"/>
    <p:sldLayoutId id="2147483795" r:id="rId34"/>
    <p:sldLayoutId id="2147483796" r:id="rId35"/>
    <p:sldLayoutId id="2147483797" r:id="rId36"/>
    <p:sldLayoutId id="2147483777" r:id="rId37"/>
    <p:sldLayoutId id="2147483689" r:id="rId38"/>
    <p:sldLayoutId id="2147483690" r:id="rId39"/>
    <p:sldLayoutId id="2147483707" r:id="rId40"/>
    <p:sldLayoutId id="2147483708" r:id="rId41"/>
    <p:sldLayoutId id="2147483692" r:id="rId42"/>
    <p:sldLayoutId id="2147483691" r:id="rId43"/>
    <p:sldLayoutId id="2147483743" r:id="rId44"/>
    <p:sldLayoutId id="2147483744" r:id="rId45"/>
    <p:sldLayoutId id="2147483807" r:id="rId46"/>
    <p:sldLayoutId id="2147483694" r:id="rId47"/>
    <p:sldLayoutId id="2147483802" r:id="rId48"/>
    <p:sldLayoutId id="2147483809" r:id="rId49"/>
    <p:sldLayoutId id="2147483825" r:id="rId50"/>
    <p:sldLayoutId id="2147483803" r:id="rId51"/>
    <p:sldLayoutId id="2147483824" r:id="rId52"/>
    <p:sldLayoutId id="2147483828" r:id="rId53"/>
    <p:sldLayoutId id="2147483770" r:id="rId54"/>
    <p:sldLayoutId id="2147483801" r:id="rId55"/>
    <p:sldLayoutId id="2147483769" r:id="rId56"/>
    <p:sldLayoutId id="2147483808" r:id="rId57"/>
    <p:sldLayoutId id="2147483771" r:id="rId58"/>
    <p:sldLayoutId id="2147483672" r:id="rId59"/>
    <p:sldLayoutId id="2147483673" r:id="rId60"/>
    <p:sldLayoutId id="2147483805" r:id="rId61"/>
    <p:sldLayoutId id="2147483804" r:id="rId62"/>
    <p:sldLayoutId id="2147483696" r:id="rId63"/>
    <p:sldLayoutId id="2147483806" r:id="rId64"/>
    <p:sldLayoutId id="2147483780" r:id="rId65"/>
    <p:sldLayoutId id="2147483815" r:id="rId66"/>
    <p:sldLayoutId id="2147483816" r:id="rId67"/>
    <p:sldLayoutId id="2147483817" r:id="rId68"/>
    <p:sldLayoutId id="2147483779" r:id="rId69"/>
    <p:sldLayoutId id="2147483827" r:id="rId70"/>
    <p:sldLayoutId id="2147483826" r:id="rId71"/>
    <p:sldLayoutId id="2147483823" r:id="rId72"/>
    <p:sldLayoutId id="2147483757" r:id="rId73"/>
    <p:sldLayoutId id="2147483819" r:id="rId74"/>
    <p:sldLayoutId id="2147483821" r:id="rId75"/>
    <p:sldLayoutId id="2147483818" r:id="rId76"/>
    <p:sldLayoutId id="2147483820" r:id="rId77"/>
    <p:sldLayoutId id="2147483764" r:id="rId78"/>
    <p:sldLayoutId id="2147483822" r:id="rId79"/>
    <p:sldLayoutId id="2147483767" r:id="rId80"/>
    <p:sldLayoutId id="2147483664" r:id="rId81"/>
    <p:sldLayoutId id="2147483665" r:id="rId82"/>
    <p:sldLayoutId id="2147483666" r:id="rId83"/>
    <p:sldLayoutId id="2147483667" r:id="rId84"/>
    <p:sldLayoutId id="2147483668" r:id="rId85"/>
    <p:sldLayoutId id="2147483669" r:id="rId86"/>
    <p:sldLayoutId id="2147483685" r:id="rId87"/>
    <p:sldLayoutId id="2147483730" r:id="rId88"/>
    <p:sldLayoutId id="2147483829" r:id="rId89"/>
    <p:sldLayoutId id="2147483830" r:id="rId90"/>
    <p:sldLayoutId id="2147483831" r:id="rId91"/>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84.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4.xml"/><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84.xml"/><Relationship Id="rId5" Type="http://schemas.openxmlformats.org/officeDocument/2006/relationships/image" Target="../media/image40.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xml"/><Relationship Id="rId1" Type="http://schemas.openxmlformats.org/officeDocument/2006/relationships/slideLayout" Target="../slideLayouts/slideLayout9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FACAB-959D-812F-8963-C96537EDB0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E92D4A-2B01-7C79-765D-37A3B92265E7}"/>
              </a:ext>
            </a:extLst>
          </p:cNvPr>
          <p:cNvSpPr>
            <a:spLocks noGrp="1"/>
          </p:cNvSpPr>
          <p:nvPr>
            <p:ph type="ctrTitle"/>
          </p:nvPr>
        </p:nvSpPr>
        <p:spPr>
          <a:xfrm>
            <a:off x="794989" y="944853"/>
            <a:ext cx="10616184" cy="1527048"/>
          </a:xfrm>
        </p:spPr>
        <p:txBody>
          <a:bodyPr>
            <a:normAutofit/>
          </a:bodyPr>
          <a:lstStyle/>
          <a:p>
            <a:r>
              <a:rPr lang="en-US" sz="4400" dirty="0">
                <a:latin typeface="SimSun-ExtB" panose="02010609060101010101" pitchFamily="49" charset="-122"/>
                <a:ea typeface="SimSun-ExtB" panose="02010609060101010101" pitchFamily="49" charset="-122"/>
              </a:rPr>
              <a:t>Retinopathy detection using machine learning.</a:t>
            </a:r>
          </a:p>
        </p:txBody>
      </p:sp>
      <p:sp>
        <p:nvSpPr>
          <p:cNvPr id="4" name="Subtitle 3">
            <a:extLst>
              <a:ext uri="{FF2B5EF4-FFF2-40B4-BE49-F238E27FC236}">
                <a16:creationId xmlns:a16="http://schemas.microsoft.com/office/drawing/2014/main" id="{214E2E02-FD44-8495-42A7-69BFA6085D98}"/>
              </a:ext>
            </a:extLst>
          </p:cNvPr>
          <p:cNvSpPr>
            <a:spLocks noGrp="1"/>
          </p:cNvSpPr>
          <p:nvPr>
            <p:ph type="subTitle" idx="1"/>
          </p:nvPr>
        </p:nvSpPr>
        <p:spPr>
          <a:xfrm>
            <a:off x="7561385" y="3119103"/>
            <a:ext cx="4410808" cy="1140128"/>
          </a:xfrm>
        </p:spPr>
        <p:txBody>
          <a:bodyPr>
            <a:normAutofit/>
          </a:bodyPr>
          <a:lstStyle/>
          <a:p>
            <a:r>
              <a:rPr lang="en-US" sz="1800" b="1" dirty="0"/>
              <a:t>Rithika David</a:t>
            </a:r>
          </a:p>
          <a:p>
            <a:r>
              <a:rPr lang="en-US" sz="1800" b="1" dirty="0"/>
              <a:t>u23ia22s0022</a:t>
            </a:r>
          </a:p>
        </p:txBody>
      </p:sp>
      <p:sp>
        <p:nvSpPr>
          <p:cNvPr id="12" name="Picture Placeholder 11">
            <a:extLst>
              <a:ext uri="{FF2B5EF4-FFF2-40B4-BE49-F238E27FC236}">
                <a16:creationId xmlns:a16="http://schemas.microsoft.com/office/drawing/2014/main" id="{0BFAD32E-DCF9-829E-4A74-F687065CE460}"/>
              </a:ext>
            </a:extLst>
          </p:cNvPr>
          <p:cNvSpPr>
            <a:spLocks noGrp="1"/>
          </p:cNvSpPr>
          <p:nvPr>
            <p:ph type="pic" sz="quarter" idx="13"/>
          </p:nvPr>
        </p:nvSpPr>
        <p:spPr/>
      </p:sp>
    </p:spTree>
    <p:extLst>
      <p:ext uri="{BB962C8B-B14F-4D97-AF65-F5344CB8AC3E}">
        <p14:creationId xmlns:p14="http://schemas.microsoft.com/office/powerpoint/2010/main" val="1640834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1143394" y="1754666"/>
            <a:ext cx="4398264" cy="2825496"/>
          </a:xfrm>
        </p:spPr>
        <p:txBody>
          <a:bodyPr/>
          <a:lstStyle/>
          <a:p>
            <a:r>
              <a:rPr lang="en-US" dirty="0"/>
              <a:t>content</a:t>
            </a:r>
          </a:p>
        </p:txBody>
      </p:sp>
      <p:sp>
        <p:nvSpPr>
          <p:cNvPr id="3" name="Content Placeholder 2">
            <a:extLst>
              <a:ext uri="{FF2B5EF4-FFF2-40B4-BE49-F238E27FC236}">
                <a16:creationId xmlns:a16="http://schemas.microsoft.com/office/drawing/2014/main" id="{432C04E6-B771-F1FA-85F4-B7984DE55A8E}"/>
              </a:ext>
            </a:extLst>
          </p:cNvPr>
          <p:cNvSpPr>
            <a:spLocks noGrp="1"/>
          </p:cNvSpPr>
          <p:nvPr>
            <p:ph sz="quarter" idx="13"/>
          </p:nvPr>
        </p:nvSpPr>
        <p:spPr>
          <a:xfrm>
            <a:off x="7004304" y="859536"/>
            <a:ext cx="4517136" cy="5111496"/>
          </a:xfrm>
        </p:spPr>
        <p:txBody>
          <a:bodyPr>
            <a:normAutofit/>
          </a:bodyPr>
          <a:lstStyle/>
          <a:p>
            <a:r>
              <a:rPr lang="en-US" dirty="0"/>
              <a:t>Introduction.</a:t>
            </a:r>
          </a:p>
          <a:p>
            <a:r>
              <a:rPr lang="en-US" dirty="0"/>
              <a:t>Understanding Diabetic Retinopathy .</a:t>
            </a:r>
          </a:p>
          <a:p>
            <a:r>
              <a:rPr lang="en-US" dirty="0"/>
              <a:t>Project Objectives.</a:t>
            </a:r>
          </a:p>
          <a:p>
            <a:r>
              <a:rPr lang="en-US" dirty="0"/>
              <a:t>Algorithm.</a:t>
            </a:r>
          </a:p>
          <a:p>
            <a:r>
              <a:rPr lang="en-US" dirty="0"/>
              <a:t>Problem statement.</a:t>
            </a:r>
          </a:p>
          <a:p>
            <a:r>
              <a:rPr lang="en-US" dirty="0"/>
              <a:t>Dataset</a:t>
            </a:r>
          </a:p>
          <a:p>
            <a:r>
              <a:rPr lang="en-US" dirty="0"/>
              <a:t>Model Architecture.</a:t>
            </a:r>
          </a:p>
          <a:p>
            <a:r>
              <a:rPr lang="en-US" dirty="0"/>
              <a:t>Training process.</a:t>
            </a:r>
          </a:p>
          <a:p>
            <a:r>
              <a:rPr lang="en-US" dirty="0"/>
              <a:t>Detection and results.</a:t>
            </a:r>
          </a:p>
          <a:p>
            <a:r>
              <a:rPr lang="en-US" dirty="0"/>
              <a:t>Challenges and future scope.</a:t>
            </a:r>
          </a:p>
        </p:txBody>
      </p:sp>
    </p:spTree>
    <p:extLst>
      <p:ext uri="{BB962C8B-B14F-4D97-AF65-F5344CB8AC3E}">
        <p14:creationId xmlns:p14="http://schemas.microsoft.com/office/powerpoint/2010/main" val="421652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4A5-0283-F980-85F3-EE51746FC4CD}"/>
              </a:ext>
            </a:extLst>
          </p:cNvPr>
          <p:cNvSpPr>
            <a:spLocks noGrp="1"/>
          </p:cNvSpPr>
          <p:nvPr>
            <p:ph type="title" idx="4294967295"/>
          </p:nvPr>
        </p:nvSpPr>
        <p:spPr>
          <a:xfrm>
            <a:off x="8789988" y="22225"/>
            <a:ext cx="3402012" cy="736600"/>
          </a:xfrm>
        </p:spPr>
        <p:txBody>
          <a:bodyPr>
            <a:normAutofit/>
          </a:bodyPr>
          <a:lstStyle/>
          <a:p>
            <a:r>
              <a:rPr lang="en-US" dirty="0"/>
              <a:t>Introduction</a:t>
            </a:r>
          </a:p>
        </p:txBody>
      </p:sp>
      <p:pic>
        <p:nvPicPr>
          <p:cNvPr id="6" name="Picture Placeholder 5" descr="Pink sand dunes in the desert">
            <a:extLst>
              <a:ext uri="{FF2B5EF4-FFF2-40B4-BE49-F238E27FC236}">
                <a16:creationId xmlns:a16="http://schemas.microsoft.com/office/drawing/2014/main" id="{FC57052A-D607-A4DD-016C-A741024ACF20}"/>
              </a:ext>
            </a:extLst>
          </p:cNvPr>
          <p:cNvPicPr>
            <a:picLocks noGrp="1" noChangeAspect="1"/>
          </p:cNvPicPr>
          <p:nvPr>
            <p:ph type="pic" sz="quarter" idx="4294967295"/>
          </p:nvPr>
        </p:nvPicPr>
        <p:blipFill>
          <a:blip r:embed="rId2" cstate="print">
            <a:extLst>
              <a:ext uri="{28A0092B-C50C-407E-A947-70E740481C1C}">
                <a14:useLocalDpi xmlns:a14="http://schemas.microsoft.com/office/drawing/2010/main"/>
              </a:ext>
            </a:extLst>
          </a:blip>
          <a:srcRect/>
          <a:stretch/>
        </p:blipFill>
        <p:spPr>
          <a:xfrm>
            <a:off x="0" y="0"/>
            <a:ext cx="7583488" cy="6858000"/>
          </a:xfrm>
        </p:spPr>
      </p:pic>
      <p:sp>
        <p:nvSpPr>
          <p:cNvPr id="3" name="Content Placeholder 2">
            <a:extLst>
              <a:ext uri="{FF2B5EF4-FFF2-40B4-BE49-F238E27FC236}">
                <a16:creationId xmlns:a16="http://schemas.microsoft.com/office/drawing/2014/main" id="{1A385359-5FD3-D5C8-1467-F7082543AA4C}"/>
              </a:ext>
            </a:extLst>
          </p:cNvPr>
          <p:cNvSpPr>
            <a:spLocks noGrp="1"/>
          </p:cNvSpPr>
          <p:nvPr>
            <p:ph sz="quarter" idx="4294967295"/>
          </p:nvPr>
        </p:nvSpPr>
        <p:spPr>
          <a:xfrm>
            <a:off x="7685088" y="900113"/>
            <a:ext cx="4506912" cy="5500687"/>
          </a:xfrm>
        </p:spPr>
        <p:txBody>
          <a:bodyPr>
            <a:normAutofit/>
          </a:bodyPr>
          <a:lstStyle/>
          <a:p>
            <a:pPr marL="0" indent="0">
              <a:buNone/>
            </a:pPr>
            <a:r>
              <a:rPr lang="en-US" sz="2400" b="1" dirty="0"/>
              <a:t>Retinopathy is a disease that damages the retina, the light –sensitive tissue at the back of the eye. It can cause vision problems and even blindness if left untreated.</a:t>
            </a:r>
          </a:p>
          <a:p>
            <a:pPr marL="0" indent="0">
              <a:buNone/>
            </a:pPr>
            <a:r>
              <a:rPr lang="en-US" sz="2400" b="1" dirty="0"/>
              <a:t>Types of Retinopathy:</a:t>
            </a:r>
          </a:p>
          <a:p>
            <a:pPr marL="342900" indent="-342900">
              <a:buAutoNum type="arabicPeriod"/>
            </a:pPr>
            <a:r>
              <a:rPr lang="en-US" sz="2400" b="1" dirty="0"/>
              <a:t>Diabetic retinopathy.</a:t>
            </a:r>
          </a:p>
          <a:p>
            <a:pPr marL="342900" indent="-342900">
              <a:buAutoNum type="arabicPeriod"/>
            </a:pPr>
            <a:r>
              <a:rPr lang="en-US" sz="2400" b="1" dirty="0"/>
              <a:t>Hypertensive retinopathy.</a:t>
            </a:r>
          </a:p>
          <a:p>
            <a:pPr marL="342900" indent="-342900">
              <a:buAutoNum type="arabicPeriod"/>
            </a:pPr>
            <a:r>
              <a:rPr lang="en-US" sz="2400" b="1" dirty="0"/>
              <a:t>Retinopathy of prematurity.</a:t>
            </a:r>
          </a:p>
          <a:p>
            <a:endParaRPr lang="en-US" sz="2400" b="1" dirty="0"/>
          </a:p>
          <a:p>
            <a:pPr marL="0" indent="0">
              <a:buNone/>
            </a:pPr>
            <a:endParaRPr lang="en-US" sz="1800" dirty="0"/>
          </a:p>
        </p:txBody>
      </p:sp>
      <p:pic>
        <p:nvPicPr>
          <p:cNvPr id="10" name="Image 0">
            <a:extLst>
              <a:ext uri="{FF2B5EF4-FFF2-40B4-BE49-F238E27FC236}">
                <a16:creationId xmlns:a16="http://schemas.microsoft.com/office/drawing/2014/main" id="{2D459A38-5A15-FF6B-62BD-6C0D5271F9B4}"/>
              </a:ext>
            </a:extLst>
          </p:cNvPr>
          <p:cNvPicPr>
            <a:picLocks noGrp="1" noChangeAspect="1"/>
          </p:cNvPicPr>
          <p:nvPr/>
        </p:nvPicPr>
        <p:blipFill>
          <a:blip r:embed="rId3"/>
          <a:srcRect t="34456" b="34456"/>
          <a:stretch>
            <a:fillRect/>
          </a:stretch>
        </p:blipFill>
        <p:spPr>
          <a:xfrm>
            <a:off x="0" y="2311402"/>
            <a:ext cx="7584144" cy="3506787"/>
          </a:xfrm>
          <a:prstGeom prst="rect">
            <a:avLst/>
          </a:prstGeom>
          <a:blipFill>
            <a:blip r:embed="rId4">
              <a:alphaModFix amt="85000"/>
              <a:extLst>
                <a:ext uri="{28A0092B-C50C-407E-A947-70E740481C1C}">
                  <a14:useLocalDpi xmlns:a14="http://schemas.microsoft.com/office/drawing/2010/main"/>
                </a:ext>
              </a:extLst>
            </a:blip>
            <a:stretch>
              <a:fillRect/>
            </a:stretch>
          </a:blipFill>
        </p:spPr>
      </p:pic>
    </p:spTree>
    <p:extLst>
      <p:ext uri="{BB962C8B-B14F-4D97-AF65-F5344CB8AC3E}">
        <p14:creationId xmlns:p14="http://schemas.microsoft.com/office/powerpoint/2010/main" val="3313450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28F8E3-345D-C5DE-F443-A747A5FFF9D2}"/>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88894D77-FBED-4CAF-1EFA-622328D2B9D1}"/>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CDF58765-C33C-38C3-52CF-C89AED8D5263}"/>
              </a:ext>
            </a:extLst>
          </p:cNvPr>
          <p:cNvSpPr>
            <a:spLocks noGrp="1"/>
          </p:cNvSpPr>
          <p:nvPr>
            <p:ph type="sldNum" sz="quarter" idx="12"/>
          </p:nvPr>
        </p:nvSpPr>
        <p:spPr/>
        <p:txBody>
          <a:bodyPr/>
          <a:lstStyle/>
          <a:p>
            <a:fld id="{CC057153-B650-4DEB-B370-79DDCFDCE934}" type="slidenum">
              <a:rPr lang="en-US" smtClean="0"/>
              <a:t>4</a:t>
            </a:fld>
            <a:endParaRPr lang="en-US" dirty="0"/>
          </a:p>
        </p:txBody>
      </p:sp>
      <p:sp>
        <p:nvSpPr>
          <p:cNvPr id="6" name="TextBox 5">
            <a:extLst>
              <a:ext uri="{FF2B5EF4-FFF2-40B4-BE49-F238E27FC236}">
                <a16:creationId xmlns:a16="http://schemas.microsoft.com/office/drawing/2014/main" id="{678F9B3B-B613-7725-3A93-4C37EAC08D58}"/>
              </a:ext>
            </a:extLst>
          </p:cNvPr>
          <p:cNvSpPr txBox="1"/>
          <p:nvPr/>
        </p:nvSpPr>
        <p:spPr>
          <a:xfrm>
            <a:off x="379476" y="409903"/>
            <a:ext cx="7986758" cy="830997"/>
          </a:xfrm>
          <a:prstGeom prst="rect">
            <a:avLst/>
          </a:prstGeom>
          <a:noFill/>
        </p:spPr>
        <p:txBody>
          <a:bodyPr wrap="square" rtlCol="0">
            <a:spAutoFit/>
          </a:bodyPr>
          <a:lstStyle/>
          <a:p>
            <a:r>
              <a:rPr lang="en-IN" sz="4800" b="1" dirty="0"/>
              <a:t>Diabetic retinopathy:</a:t>
            </a:r>
          </a:p>
        </p:txBody>
      </p:sp>
      <p:sp>
        <p:nvSpPr>
          <p:cNvPr id="7" name="TextBox 6">
            <a:extLst>
              <a:ext uri="{FF2B5EF4-FFF2-40B4-BE49-F238E27FC236}">
                <a16:creationId xmlns:a16="http://schemas.microsoft.com/office/drawing/2014/main" id="{93616CA8-0C91-110C-7E65-63CF6E008166}"/>
              </a:ext>
            </a:extLst>
          </p:cNvPr>
          <p:cNvSpPr txBox="1"/>
          <p:nvPr/>
        </p:nvSpPr>
        <p:spPr>
          <a:xfrm>
            <a:off x="651641" y="1429407"/>
            <a:ext cx="7882758" cy="4154984"/>
          </a:xfrm>
          <a:prstGeom prst="rect">
            <a:avLst/>
          </a:prstGeom>
          <a:noFill/>
        </p:spPr>
        <p:txBody>
          <a:bodyPr wrap="square" rtlCol="0">
            <a:spAutoFit/>
          </a:bodyPr>
          <a:lstStyle/>
          <a:p>
            <a:pPr marL="285750" indent="-285750">
              <a:buFont typeface="Arial" panose="020B0604020202020204" pitchFamily="34" charset="0"/>
              <a:buChar char="•"/>
            </a:pPr>
            <a:r>
              <a:rPr lang="en-IN" sz="2400" dirty="0"/>
              <a:t>Diabetic Retinopathy is a complication of diabetes that damages the blood vessels in the retina. And can result in irreversible blindness if not detected early.</a:t>
            </a:r>
          </a:p>
          <a:p>
            <a:pPr marL="285750" indent="-285750">
              <a:buFont typeface="Arial" panose="020B0604020202020204" pitchFamily="34" charset="0"/>
              <a:buChar char="•"/>
            </a:pPr>
            <a:r>
              <a:rPr lang="en-IN" sz="2400" dirty="0"/>
              <a:t>Manual diagnosis is time consuming through retinal scans and also requires expert ophthalmologist.</a:t>
            </a:r>
          </a:p>
          <a:p>
            <a:pPr marL="285750" indent="-285750">
              <a:buFont typeface="Arial" panose="020B0604020202020204" pitchFamily="34" charset="0"/>
              <a:buChar char="•"/>
            </a:pPr>
            <a:r>
              <a:rPr lang="en-IN" sz="2400" dirty="0"/>
              <a:t>But through the Deep learning techniques that  can be used to detect diabetic retinopathy from fundus images.</a:t>
            </a:r>
          </a:p>
          <a:p>
            <a:pPr marL="285750" indent="-285750">
              <a:buFont typeface="Arial" panose="020B0604020202020204" pitchFamily="34" charset="0"/>
              <a:buChar char="•"/>
            </a:pPr>
            <a:r>
              <a:rPr lang="en-IN" sz="2400" dirty="0"/>
              <a:t>The model used for detection is CNN [convolutional neural network] for detecting diabetic retinopathy from retinal images</a:t>
            </a:r>
            <a:r>
              <a:rPr lang="en-IN" dirty="0"/>
              <a:t>.</a:t>
            </a:r>
          </a:p>
        </p:txBody>
      </p:sp>
    </p:spTree>
    <p:extLst>
      <p:ext uri="{BB962C8B-B14F-4D97-AF65-F5344CB8AC3E}">
        <p14:creationId xmlns:p14="http://schemas.microsoft.com/office/powerpoint/2010/main" val="365155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33A0-1764-3DC0-A9D7-7733B04AFC75}"/>
              </a:ext>
            </a:extLst>
          </p:cNvPr>
          <p:cNvSpPr>
            <a:spLocks noGrp="1"/>
          </p:cNvSpPr>
          <p:nvPr>
            <p:ph type="ctrTitle" idx="4294967295"/>
          </p:nvPr>
        </p:nvSpPr>
        <p:spPr>
          <a:xfrm>
            <a:off x="322263" y="88900"/>
            <a:ext cx="11869737" cy="741363"/>
          </a:xfrm>
        </p:spPr>
        <p:txBody>
          <a:bodyPr>
            <a:normAutofit/>
          </a:bodyPr>
          <a:lstStyle/>
          <a:p>
            <a:r>
              <a:rPr lang="en-US" dirty="0"/>
              <a:t>Understanding diabetic retinopathy</a:t>
            </a:r>
          </a:p>
        </p:txBody>
      </p:sp>
      <p:pic>
        <p:nvPicPr>
          <p:cNvPr id="8" name="Picture 7">
            <a:extLst>
              <a:ext uri="{FF2B5EF4-FFF2-40B4-BE49-F238E27FC236}">
                <a16:creationId xmlns:a16="http://schemas.microsoft.com/office/drawing/2014/main" id="{76F374BF-5163-5554-22C3-18C3F6DB1E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615" y="948558"/>
            <a:ext cx="10619653" cy="5389179"/>
          </a:xfrm>
          <a:prstGeom prst="rect">
            <a:avLst/>
          </a:prstGeom>
        </p:spPr>
      </p:pic>
    </p:spTree>
    <p:extLst>
      <p:ext uri="{BB962C8B-B14F-4D97-AF65-F5344CB8AC3E}">
        <p14:creationId xmlns:p14="http://schemas.microsoft.com/office/powerpoint/2010/main" val="1471035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689532-720B-B5B6-4211-DC1D210936D2}"/>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5D6186A9-FB10-0B0A-1A70-7C77BF228BD4}"/>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13EADF80-7C9D-FE53-D1BD-4CF14FD13044}"/>
              </a:ext>
            </a:extLst>
          </p:cNvPr>
          <p:cNvSpPr>
            <a:spLocks noGrp="1"/>
          </p:cNvSpPr>
          <p:nvPr>
            <p:ph type="sldNum" sz="quarter" idx="12"/>
          </p:nvPr>
        </p:nvSpPr>
        <p:spPr/>
        <p:txBody>
          <a:bodyPr/>
          <a:lstStyle/>
          <a:p>
            <a:fld id="{CC057153-B650-4DEB-B370-79DDCFDCE934}" type="slidenum">
              <a:rPr lang="en-US" smtClean="0"/>
              <a:t>6</a:t>
            </a:fld>
            <a:endParaRPr lang="en-US" dirty="0"/>
          </a:p>
        </p:txBody>
      </p:sp>
      <p:sp>
        <p:nvSpPr>
          <p:cNvPr id="5" name="TextBox 4">
            <a:extLst>
              <a:ext uri="{FF2B5EF4-FFF2-40B4-BE49-F238E27FC236}">
                <a16:creationId xmlns:a16="http://schemas.microsoft.com/office/drawing/2014/main" id="{7DD3062D-8E95-5B0B-FFE0-73F0C79DA804}"/>
              </a:ext>
            </a:extLst>
          </p:cNvPr>
          <p:cNvSpPr txBox="1"/>
          <p:nvPr/>
        </p:nvSpPr>
        <p:spPr>
          <a:xfrm>
            <a:off x="304800" y="241738"/>
            <a:ext cx="5087007" cy="646331"/>
          </a:xfrm>
          <a:prstGeom prst="rect">
            <a:avLst/>
          </a:prstGeom>
          <a:noFill/>
        </p:spPr>
        <p:txBody>
          <a:bodyPr wrap="square" rtlCol="0">
            <a:spAutoFit/>
          </a:bodyPr>
          <a:lstStyle/>
          <a:p>
            <a:r>
              <a:rPr lang="en-IN" sz="3600" b="1" dirty="0"/>
              <a:t>Why early detection?</a:t>
            </a:r>
          </a:p>
        </p:txBody>
      </p:sp>
      <p:sp>
        <p:nvSpPr>
          <p:cNvPr id="6" name="TextBox 5">
            <a:extLst>
              <a:ext uri="{FF2B5EF4-FFF2-40B4-BE49-F238E27FC236}">
                <a16:creationId xmlns:a16="http://schemas.microsoft.com/office/drawing/2014/main" id="{982F95B3-FDA7-A4D9-8339-F44A1F55B7FF}"/>
              </a:ext>
            </a:extLst>
          </p:cNvPr>
          <p:cNvSpPr txBox="1"/>
          <p:nvPr/>
        </p:nvSpPr>
        <p:spPr>
          <a:xfrm>
            <a:off x="493986" y="984766"/>
            <a:ext cx="4897821" cy="4401205"/>
          </a:xfrm>
          <a:prstGeom prst="rect">
            <a:avLst/>
          </a:prstGeom>
          <a:noFill/>
        </p:spPr>
        <p:txBody>
          <a:bodyPr wrap="square" rtlCol="0">
            <a:spAutoFit/>
          </a:bodyPr>
          <a:lstStyle/>
          <a:p>
            <a:pPr marL="285750" indent="-285750">
              <a:buFont typeface="Arial" panose="020B0604020202020204" pitchFamily="34" charset="0"/>
              <a:buChar char="•"/>
            </a:pPr>
            <a:r>
              <a:rPr lang="en-IN" sz="2800" b="1" dirty="0"/>
              <a:t>Prevents vision loss:</a:t>
            </a:r>
            <a:r>
              <a:rPr lang="en-IN" sz="2800" dirty="0"/>
              <a:t> Timely treatment can prevent or delay vision loss.</a:t>
            </a:r>
          </a:p>
          <a:p>
            <a:pPr marL="285750" indent="-285750">
              <a:buFont typeface="Arial" panose="020B0604020202020204" pitchFamily="34" charset="0"/>
              <a:buChar char="•"/>
            </a:pPr>
            <a:r>
              <a:rPr lang="en-IN" sz="2800" b="1" dirty="0"/>
              <a:t>Reduces time complexity: </a:t>
            </a:r>
            <a:r>
              <a:rPr lang="en-IN" sz="2800" dirty="0"/>
              <a:t>Early-stage disease is easier to treat.</a:t>
            </a:r>
          </a:p>
          <a:p>
            <a:pPr marL="285750" indent="-285750">
              <a:buFont typeface="Arial" panose="020B0604020202020204" pitchFamily="34" charset="0"/>
              <a:buChar char="•"/>
            </a:pPr>
            <a:r>
              <a:rPr lang="en-IN" sz="2800" b="1" dirty="0"/>
              <a:t>Improves treatment outcomes: </a:t>
            </a:r>
            <a:r>
              <a:rPr lang="en-IN" sz="2800" dirty="0"/>
              <a:t>Early detection enables timely treatment, preventing vision loss. </a:t>
            </a:r>
          </a:p>
        </p:txBody>
      </p:sp>
      <p:sp>
        <p:nvSpPr>
          <p:cNvPr id="7" name="TextBox 6">
            <a:extLst>
              <a:ext uri="{FF2B5EF4-FFF2-40B4-BE49-F238E27FC236}">
                <a16:creationId xmlns:a16="http://schemas.microsoft.com/office/drawing/2014/main" id="{9F110CA8-A945-7A5B-A209-4987CEEF855F}"/>
              </a:ext>
            </a:extLst>
          </p:cNvPr>
          <p:cNvSpPr txBox="1"/>
          <p:nvPr/>
        </p:nvSpPr>
        <p:spPr>
          <a:xfrm>
            <a:off x="5682891" y="241738"/>
            <a:ext cx="6495393" cy="646331"/>
          </a:xfrm>
          <a:prstGeom prst="rect">
            <a:avLst/>
          </a:prstGeom>
          <a:noFill/>
        </p:spPr>
        <p:txBody>
          <a:bodyPr wrap="square" rtlCol="0">
            <a:spAutoFit/>
          </a:bodyPr>
          <a:lstStyle/>
          <a:p>
            <a:r>
              <a:rPr lang="en-IN" sz="3600" b="1" dirty="0"/>
              <a:t>Machine learning diagnosis:</a:t>
            </a:r>
            <a:endParaRPr lang="en-IN" sz="2800" b="1" dirty="0"/>
          </a:p>
        </p:txBody>
      </p:sp>
      <p:sp>
        <p:nvSpPr>
          <p:cNvPr id="8" name="TextBox 7">
            <a:extLst>
              <a:ext uri="{FF2B5EF4-FFF2-40B4-BE49-F238E27FC236}">
                <a16:creationId xmlns:a16="http://schemas.microsoft.com/office/drawing/2014/main" id="{806723F8-36B6-6027-943E-6721606BC288}"/>
              </a:ext>
            </a:extLst>
          </p:cNvPr>
          <p:cNvSpPr txBox="1"/>
          <p:nvPr/>
        </p:nvSpPr>
        <p:spPr>
          <a:xfrm>
            <a:off x="6306207" y="1118771"/>
            <a:ext cx="5391807" cy="3539430"/>
          </a:xfrm>
          <a:prstGeom prst="rect">
            <a:avLst/>
          </a:prstGeom>
          <a:noFill/>
        </p:spPr>
        <p:txBody>
          <a:bodyPr wrap="square" rtlCol="0">
            <a:spAutoFit/>
          </a:bodyPr>
          <a:lstStyle/>
          <a:p>
            <a:pPr marL="285750" indent="-285750">
              <a:buFont typeface="Arial" panose="020B0604020202020204" pitchFamily="34" charset="0"/>
              <a:buChar char="•"/>
            </a:pPr>
            <a:r>
              <a:rPr lang="en-IN" sz="2800" b="1" dirty="0"/>
              <a:t>Early detection: </a:t>
            </a:r>
            <a:r>
              <a:rPr lang="en-IN" sz="2800" dirty="0"/>
              <a:t>Timely treatment and prevention of vision loss.</a:t>
            </a:r>
          </a:p>
          <a:p>
            <a:pPr marL="285750" indent="-285750">
              <a:buFont typeface="Arial" panose="020B0604020202020204" pitchFamily="34" charset="0"/>
              <a:buChar char="•"/>
            </a:pPr>
            <a:r>
              <a:rPr lang="en-IN" sz="2800" b="1" dirty="0"/>
              <a:t>Improved accuracy: </a:t>
            </a:r>
            <a:r>
              <a:rPr lang="en-IN" sz="2800" dirty="0"/>
              <a:t>Enhanced diagnostic accuracy.</a:t>
            </a:r>
          </a:p>
          <a:p>
            <a:pPr marL="285750" indent="-285750">
              <a:buFont typeface="Arial" panose="020B0604020202020204" pitchFamily="34" charset="0"/>
              <a:buChar char="•"/>
            </a:pPr>
            <a:r>
              <a:rPr lang="en-IN" sz="2800" b="1" dirty="0"/>
              <a:t>Automated screening: </a:t>
            </a:r>
            <a:r>
              <a:rPr lang="en-IN" sz="2800" dirty="0"/>
              <a:t>Streamlined screening process. </a:t>
            </a:r>
          </a:p>
        </p:txBody>
      </p:sp>
    </p:spTree>
    <p:extLst>
      <p:ext uri="{BB962C8B-B14F-4D97-AF65-F5344CB8AC3E}">
        <p14:creationId xmlns:p14="http://schemas.microsoft.com/office/powerpoint/2010/main" val="2350759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4AA032-38D9-8EC8-6FC2-F035CFDCD507}"/>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95254870-A1B4-138B-B5C4-4CCCF6ED8A6B}"/>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C08A9627-3E5A-4B53-D068-C5171570C418}"/>
              </a:ext>
            </a:extLst>
          </p:cNvPr>
          <p:cNvSpPr>
            <a:spLocks noGrp="1"/>
          </p:cNvSpPr>
          <p:nvPr>
            <p:ph type="sldNum" sz="quarter" idx="12"/>
          </p:nvPr>
        </p:nvSpPr>
        <p:spPr/>
        <p:txBody>
          <a:bodyPr/>
          <a:lstStyle/>
          <a:p>
            <a:fld id="{CC057153-B650-4DEB-B370-79DDCFDCE934}" type="slidenum">
              <a:rPr lang="en-US" smtClean="0"/>
              <a:t>7</a:t>
            </a:fld>
            <a:endParaRPr lang="en-US" dirty="0"/>
          </a:p>
        </p:txBody>
      </p:sp>
      <p:sp>
        <p:nvSpPr>
          <p:cNvPr id="18" name="Text 0">
            <a:extLst>
              <a:ext uri="{FF2B5EF4-FFF2-40B4-BE49-F238E27FC236}">
                <a16:creationId xmlns:a16="http://schemas.microsoft.com/office/drawing/2014/main" id="{4A1DABFE-673D-CA56-C41B-FF1D1754AE77}"/>
              </a:ext>
            </a:extLst>
          </p:cNvPr>
          <p:cNvSpPr/>
          <p:nvPr/>
        </p:nvSpPr>
        <p:spPr>
          <a:xfrm>
            <a:off x="837724" y="440897"/>
            <a:ext cx="5632490" cy="704017"/>
          </a:xfrm>
          <a:prstGeom prst="rect">
            <a:avLst/>
          </a:prstGeom>
          <a:noFill/>
          <a:ln/>
        </p:spPr>
        <p:txBody>
          <a:bodyPr wrap="none" lIns="0" tIns="0" rIns="0" bIns="0" rtlCol="0" anchor="t"/>
          <a:lstStyle/>
          <a:p>
            <a:pPr marL="0" indent="0" algn="l">
              <a:lnSpc>
                <a:spcPts val="5500"/>
              </a:lnSpc>
              <a:buNone/>
            </a:pPr>
            <a:r>
              <a:rPr lang="en-US" sz="4400" kern="0" spc="-89" dirty="0">
                <a:solidFill>
                  <a:srgbClr val="D73AD7"/>
                </a:solidFill>
                <a:latin typeface="Source Serif Pro Semi Bold" pitchFamily="34" charset="0"/>
                <a:ea typeface="Source Serif Pro Semi Bold" pitchFamily="34" charset="-122"/>
                <a:cs typeface="Source Serif Pro Semi Bold" pitchFamily="34" charset="-120"/>
              </a:rPr>
              <a:t>Project Objectives</a:t>
            </a:r>
            <a:endParaRPr lang="en-US" sz="4400" dirty="0"/>
          </a:p>
        </p:txBody>
      </p:sp>
      <p:pic>
        <p:nvPicPr>
          <p:cNvPr id="19" name="Image 1" descr="preencoded.png">
            <a:extLst>
              <a:ext uri="{FF2B5EF4-FFF2-40B4-BE49-F238E27FC236}">
                <a16:creationId xmlns:a16="http://schemas.microsoft.com/office/drawing/2014/main" id="{14A09F03-F9B4-DC5E-5202-855F3F8A9F8D}"/>
              </a:ext>
            </a:extLst>
          </p:cNvPr>
          <p:cNvPicPr>
            <a:picLocks noChangeAspect="1"/>
          </p:cNvPicPr>
          <p:nvPr/>
        </p:nvPicPr>
        <p:blipFill>
          <a:blip r:embed="rId2"/>
          <a:stretch>
            <a:fillRect/>
          </a:stretch>
        </p:blipFill>
        <p:spPr>
          <a:xfrm>
            <a:off x="837724" y="1503887"/>
            <a:ext cx="1196816" cy="1436251"/>
          </a:xfrm>
          <a:prstGeom prst="rect">
            <a:avLst/>
          </a:prstGeom>
        </p:spPr>
      </p:pic>
      <p:sp>
        <p:nvSpPr>
          <p:cNvPr id="20" name="Text 1">
            <a:extLst>
              <a:ext uri="{FF2B5EF4-FFF2-40B4-BE49-F238E27FC236}">
                <a16:creationId xmlns:a16="http://schemas.microsoft.com/office/drawing/2014/main" id="{5CC69A42-4D5A-2EE1-DB05-FA7938441209}"/>
              </a:ext>
            </a:extLst>
          </p:cNvPr>
          <p:cNvSpPr/>
          <p:nvPr/>
        </p:nvSpPr>
        <p:spPr>
          <a:xfrm>
            <a:off x="2393513" y="1743203"/>
            <a:ext cx="2816185" cy="351949"/>
          </a:xfrm>
          <a:prstGeom prst="rect">
            <a:avLst/>
          </a:prstGeom>
          <a:noFill/>
          <a:ln/>
        </p:spPr>
        <p:txBody>
          <a:bodyPr wrap="none" lIns="0" tIns="0" rIns="0" bIns="0" rtlCol="0" anchor="t"/>
          <a:lstStyle/>
          <a:p>
            <a:pPr marL="0" indent="0" algn="l">
              <a:lnSpc>
                <a:spcPts val="2750"/>
              </a:lnSpc>
              <a:buNone/>
            </a:pPr>
            <a:r>
              <a:rPr lang="en-US" sz="2200" kern="0" spc="-44" dirty="0">
                <a:solidFill>
                  <a:srgbClr val="272525"/>
                </a:solidFill>
                <a:latin typeface="Source Serif Pro Semi Bold" pitchFamily="34" charset="0"/>
                <a:ea typeface="Source Serif Pro Semi Bold" pitchFamily="34" charset="-122"/>
                <a:cs typeface="Source Serif Pro Semi Bold" pitchFamily="34" charset="-120"/>
              </a:rPr>
              <a:t>Develop ML Model</a:t>
            </a:r>
            <a:endParaRPr lang="en-US" sz="2200" dirty="0"/>
          </a:p>
        </p:txBody>
      </p:sp>
      <p:sp>
        <p:nvSpPr>
          <p:cNvPr id="21" name="Text 2">
            <a:extLst>
              <a:ext uri="{FF2B5EF4-FFF2-40B4-BE49-F238E27FC236}">
                <a16:creationId xmlns:a16="http://schemas.microsoft.com/office/drawing/2014/main" id="{37090ED4-2234-A416-D4BF-6F9F84DE1F17}"/>
              </a:ext>
            </a:extLst>
          </p:cNvPr>
          <p:cNvSpPr/>
          <p:nvPr/>
        </p:nvSpPr>
        <p:spPr>
          <a:xfrm>
            <a:off x="2393513" y="2238741"/>
            <a:ext cx="5912763" cy="701397"/>
          </a:xfrm>
          <a:prstGeom prst="rect">
            <a:avLst/>
          </a:prstGeom>
          <a:noFill/>
          <a:ln/>
        </p:spPr>
        <p:txBody>
          <a:bodyPr wrap="none" lIns="0" tIns="0" rIns="0" bIns="0" rtlCol="0" anchor="t"/>
          <a:lstStyle/>
          <a:p>
            <a:pPr marL="0" indent="0" algn="l">
              <a:lnSpc>
                <a:spcPts val="3000"/>
              </a:lnSpc>
              <a:buNone/>
            </a:pPr>
            <a:r>
              <a:rPr lang="en-US" sz="1850" kern="0" spc="-38" dirty="0">
                <a:solidFill>
                  <a:srgbClr val="272525"/>
                </a:solidFill>
                <a:latin typeface="Source Sans Pro" pitchFamily="34" charset="0"/>
                <a:ea typeface="Source Sans Pro" pitchFamily="34" charset="-122"/>
                <a:cs typeface="Source Sans Pro" pitchFamily="34" charset="-120"/>
              </a:rPr>
              <a:t>Detect DR from fundus images</a:t>
            </a:r>
            <a:endParaRPr lang="en-US" sz="1850" dirty="0"/>
          </a:p>
        </p:txBody>
      </p:sp>
      <p:pic>
        <p:nvPicPr>
          <p:cNvPr id="22" name="Image 2" descr="preencoded.png">
            <a:extLst>
              <a:ext uri="{FF2B5EF4-FFF2-40B4-BE49-F238E27FC236}">
                <a16:creationId xmlns:a16="http://schemas.microsoft.com/office/drawing/2014/main" id="{20B3CCB0-D782-218D-0094-2D902AA39537}"/>
              </a:ext>
            </a:extLst>
          </p:cNvPr>
          <p:cNvPicPr>
            <a:picLocks noChangeAspect="1"/>
          </p:cNvPicPr>
          <p:nvPr/>
        </p:nvPicPr>
        <p:blipFill>
          <a:blip r:embed="rId3"/>
          <a:stretch>
            <a:fillRect/>
          </a:stretch>
        </p:blipFill>
        <p:spPr>
          <a:xfrm>
            <a:off x="837724" y="2940138"/>
            <a:ext cx="1196816" cy="1436251"/>
          </a:xfrm>
          <a:prstGeom prst="rect">
            <a:avLst/>
          </a:prstGeom>
        </p:spPr>
      </p:pic>
      <p:sp>
        <p:nvSpPr>
          <p:cNvPr id="23" name="Text 3">
            <a:extLst>
              <a:ext uri="{FF2B5EF4-FFF2-40B4-BE49-F238E27FC236}">
                <a16:creationId xmlns:a16="http://schemas.microsoft.com/office/drawing/2014/main" id="{A7B3CFD8-F8CF-72BF-3A8F-C6057761C53C}"/>
              </a:ext>
            </a:extLst>
          </p:cNvPr>
          <p:cNvSpPr/>
          <p:nvPr/>
        </p:nvSpPr>
        <p:spPr>
          <a:xfrm>
            <a:off x="2393513" y="3179454"/>
            <a:ext cx="2816185" cy="351949"/>
          </a:xfrm>
          <a:prstGeom prst="rect">
            <a:avLst/>
          </a:prstGeom>
          <a:noFill/>
          <a:ln/>
        </p:spPr>
        <p:txBody>
          <a:bodyPr wrap="none" lIns="0" tIns="0" rIns="0" bIns="0" rtlCol="0" anchor="t"/>
          <a:lstStyle/>
          <a:p>
            <a:pPr marL="0" indent="0" algn="l">
              <a:lnSpc>
                <a:spcPts val="2750"/>
              </a:lnSpc>
              <a:buNone/>
            </a:pPr>
            <a:r>
              <a:rPr lang="en-US" sz="2200" kern="0" spc="-44" dirty="0">
                <a:solidFill>
                  <a:srgbClr val="272525"/>
                </a:solidFill>
                <a:latin typeface="Source Serif Pro Semi Bold" pitchFamily="34" charset="0"/>
                <a:ea typeface="Source Serif Pro Semi Bold" pitchFamily="34" charset="-122"/>
                <a:cs typeface="Source Serif Pro Semi Bold" pitchFamily="34" charset="-120"/>
              </a:rPr>
              <a:t>Improve Accuracy</a:t>
            </a:r>
            <a:endParaRPr lang="en-US" sz="2200" dirty="0"/>
          </a:p>
        </p:txBody>
      </p:sp>
      <p:sp>
        <p:nvSpPr>
          <p:cNvPr id="24" name="Text 4">
            <a:extLst>
              <a:ext uri="{FF2B5EF4-FFF2-40B4-BE49-F238E27FC236}">
                <a16:creationId xmlns:a16="http://schemas.microsoft.com/office/drawing/2014/main" id="{9D5E65AF-4692-2090-DF9A-F072666F159D}"/>
              </a:ext>
            </a:extLst>
          </p:cNvPr>
          <p:cNvSpPr/>
          <p:nvPr/>
        </p:nvSpPr>
        <p:spPr>
          <a:xfrm>
            <a:off x="2393513" y="3674992"/>
            <a:ext cx="5912763" cy="383024"/>
          </a:xfrm>
          <a:prstGeom prst="rect">
            <a:avLst/>
          </a:prstGeom>
          <a:noFill/>
          <a:ln/>
        </p:spPr>
        <p:txBody>
          <a:bodyPr wrap="none" lIns="0" tIns="0" rIns="0" bIns="0" rtlCol="0" anchor="t"/>
          <a:lstStyle/>
          <a:p>
            <a:pPr marL="0" indent="0" algn="l">
              <a:lnSpc>
                <a:spcPts val="3000"/>
              </a:lnSpc>
              <a:buNone/>
            </a:pPr>
            <a:r>
              <a:rPr lang="en-US" sz="1850" kern="0" spc="-38" dirty="0">
                <a:solidFill>
                  <a:srgbClr val="272525"/>
                </a:solidFill>
                <a:latin typeface="Source Sans Pro" pitchFamily="34" charset="0"/>
                <a:ea typeface="Source Sans Pro" pitchFamily="34" charset="-122"/>
                <a:cs typeface="Source Sans Pro" pitchFamily="34" charset="-120"/>
              </a:rPr>
              <a:t>Enhance early detection</a:t>
            </a:r>
            <a:endParaRPr lang="en-US" sz="1850" dirty="0"/>
          </a:p>
        </p:txBody>
      </p:sp>
      <p:pic>
        <p:nvPicPr>
          <p:cNvPr id="25" name="Image 3" descr="preencoded.png">
            <a:extLst>
              <a:ext uri="{FF2B5EF4-FFF2-40B4-BE49-F238E27FC236}">
                <a16:creationId xmlns:a16="http://schemas.microsoft.com/office/drawing/2014/main" id="{B4675D84-85EA-77FF-02C9-2D1DFA56A008}"/>
              </a:ext>
            </a:extLst>
          </p:cNvPr>
          <p:cNvPicPr>
            <a:picLocks noChangeAspect="1"/>
          </p:cNvPicPr>
          <p:nvPr/>
        </p:nvPicPr>
        <p:blipFill>
          <a:blip r:embed="rId4"/>
          <a:stretch>
            <a:fillRect/>
          </a:stretch>
        </p:blipFill>
        <p:spPr>
          <a:xfrm>
            <a:off x="837724" y="4376389"/>
            <a:ext cx="1196816" cy="1436251"/>
          </a:xfrm>
          <a:prstGeom prst="rect">
            <a:avLst/>
          </a:prstGeom>
        </p:spPr>
      </p:pic>
      <p:sp>
        <p:nvSpPr>
          <p:cNvPr id="26" name="Text 5">
            <a:extLst>
              <a:ext uri="{FF2B5EF4-FFF2-40B4-BE49-F238E27FC236}">
                <a16:creationId xmlns:a16="http://schemas.microsoft.com/office/drawing/2014/main" id="{35F9C572-4B46-1F44-0B0B-FD446756D62E}"/>
              </a:ext>
            </a:extLst>
          </p:cNvPr>
          <p:cNvSpPr/>
          <p:nvPr/>
        </p:nvSpPr>
        <p:spPr>
          <a:xfrm>
            <a:off x="2393513" y="4615705"/>
            <a:ext cx="2816185" cy="351949"/>
          </a:xfrm>
          <a:prstGeom prst="rect">
            <a:avLst/>
          </a:prstGeom>
          <a:noFill/>
          <a:ln/>
        </p:spPr>
        <p:txBody>
          <a:bodyPr wrap="none" lIns="0" tIns="0" rIns="0" bIns="0" rtlCol="0" anchor="t"/>
          <a:lstStyle/>
          <a:p>
            <a:pPr marL="0" indent="0" algn="l">
              <a:lnSpc>
                <a:spcPts val="2750"/>
              </a:lnSpc>
              <a:buNone/>
            </a:pPr>
            <a:r>
              <a:rPr lang="en-US" sz="2200" kern="0" spc="-44" dirty="0">
                <a:solidFill>
                  <a:srgbClr val="272525"/>
                </a:solidFill>
                <a:latin typeface="Source Serif Pro Semi Bold" pitchFamily="34" charset="0"/>
                <a:ea typeface="Source Serif Pro Semi Bold" pitchFamily="34" charset="-122"/>
                <a:cs typeface="Source Serif Pro Semi Bold" pitchFamily="34" charset="-120"/>
              </a:rPr>
              <a:t>User-Friendly System</a:t>
            </a:r>
            <a:endParaRPr lang="en-US" sz="2200" dirty="0"/>
          </a:p>
        </p:txBody>
      </p:sp>
      <p:sp>
        <p:nvSpPr>
          <p:cNvPr id="27" name="Text 6">
            <a:extLst>
              <a:ext uri="{FF2B5EF4-FFF2-40B4-BE49-F238E27FC236}">
                <a16:creationId xmlns:a16="http://schemas.microsoft.com/office/drawing/2014/main" id="{B32AF8D2-0722-0DE2-2BB1-8CFAEAE0A1DB}"/>
              </a:ext>
            </a:extLst>
          </p:cNvPr>
          <p:cNvSpPr/>
          <p:nvPr/>
        </p:nvSpPr>
        <p:spPr>
          <a:xfrm>
            <a:off x="2393513" y="5111243"/>
            <a:ext cx="5912763" cy="383024"/>
          </a:xfrm>
          <a:prstGeom prst="rect">
            <a:avLst/>
          </a:prstGeom>
          <a:noFill/>
          <a:ln/>
        </p:spPr>
        <p:txBody>
          <a:bodyPr wrap="none" lIns="0" tIns="0" rIns="0" bIns="0" rtlCol="0" anchor="t"/>
          <a:lstStyle/>
          <a:p>
            <a:pPr marL="0" indent="0" algn="l">
              <a:lnSpc>
                <a:spcPts val="3000"/>
              </a:lnSpc>
              <a:buNone/>
            </a:pPr>
            <a:r>
              <a:rPr lang="en-US" sz="1850" kern="0" spc="-38" dirty="0">
                <a:solidFill>
                  <a:srgbClr val="272525"/>
                </a:solidFill>
                <a:latin typeface="Source Sans Pro" pitchFamily="34" charset="0"/>
                <a:ea typeface="Source Sans Pro" pitchFamily="34" charset="-122"/>
                <a:cs typeface="Source Sans Pro" pitchFamily="34" charset="-120"/>
              </a:rPr>
              <a:t>Provide accessible diagnosis</a:t>
            </a:r>
            <a:endParaRPr lang="en-US" sz="1850" dirty="0"/>
          </a:p>
        </p:txBody>
      </p:sp>
    </p:spTree>
    <p:extLst>
      <p:ext uri="{BB962C8B-B14F-4D97-AF65-F5344CB8AC3E}">
        <p14:creationId xmlns:p14="http://schemas.microsoft.com/office/powerpoint/2010/main" val="497215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2F81C-2BD8-A4FA-1C47-752CDA28131D}"/>
              </a:ext>
            </a:extLst>
          </p:cNvPr>
          <p:cNvSpPr>
            <a:spLocks noGrp="1"/>
          </p:cNvSpPr>
          <p:nvPr>
            <p:ph type="title"/>
          </p:nvPr>
        </p:nvSpPr>
        <p:spPr>
          <a:xfrm>
            <a:off x="315310" y="1446749"/>
            <a:ext cx="11624442" cy="2379018"/>
          </a:xfrm>
        </p:spPr>
        <p:txBody>
          <a:bodyPr/>
          <a:lstStyle/>
          <a:p>
            <a:pPr marL="742950" lvl="1" indent="-285750">
              <a:lnSpc>
                <a:spcPct val="115000"/>
              </a:lnSpc>
              <a:spcAft>
                <a:spcPts val="800"/>
              </a:spcAft>
            </a:pPr>
            <a:r>
              <a:rPr lang="en-IN" sz="2400" b="1" kern="100" dirty="0">
                <a:solidFill>
                  <a:schemeClr val="tx1"/>
                </a:solidFill>
                <a:effectLst/>
                <a:latin typeface="Times New Roman" panose="02020603050405020304" pitchFamily="18" charset="0"/>
                <a:ea typeface="Aptos" panose="020B0004020202020204" pitchFamily="34" charset="0"/>
                <a:cs typeface="Mangal" panose="02040503050203030202" pitchFamily="18" charset="0"/>
              </a:rPr>
              <a:t>CONVOLUTIONAL NEURAL NETWORKS (CNN)</a:t>
            </a:r>
            <a:br>
              <a:rPr lang="en-IN" sz="2000" kern="100" dirty="0">
                <a:solidFill>
                  <a:schemeClr val="tx1"/>
                </a:solidFill>
                <a:effectLst/>
                <a:latin typeface="Aptos" panose="020B0004020202020204" pitchFamily="34" charset="0"/>
                <a:ea typeface="Aptos" panose="020B0004020202020204" pitchFamily="34" charset="0"/>
                <a:cs typeface="Mangal" panose="02040503050203030202" pitchFamily="18" charset="0"/>
              </a:rPr>
            </a:br>
            <a:r>
              <a:rPr lang="en-IN" sz="2000" kern="100" dirty="0">
                <a:solidFill>
                  <a:schemeClr val="tx1"/>
                </a:solidFill>
                <a:effectLst/>
                <a:latin typeface="Times New Roman" panose="02020603050405020304" pitchFamily="18" charset="0"/>
                <a:ea typeface="Aptos" panose="020B0004020202020204" pitchFamily="34" charset="0"/>
                <a:cs typeface="Mangal" panose="02040503050203030202" pitchFamily="18" charset="0"/>
              </a:rPr>
              <a:t>A </a:t>
            </a:r>
            <a:r>
              <a:rPr lang="en-IN" sz="2000" b="1" kern="100" dirty="0">
                <a:solidFill>
                  <a:schemeClr val="tx1"/>
                </a:solidFill>
                <a:effectLst/>
                <a:latin typeface="Times New Roman" panose="02020603050405020304" pitchFamily="18" charset="0"/>
                <a:ea typeface="Aptos" panose="020B0004020202020204" pitchFamily="34" charset="0"/>
                <a:cs typeface="Mangal" panose="02040503050203030202" pitchFamily="18" charset="0"/>
              </a:rPr>
              <a:t>Convolutional Neural Network (CNN)</a:t>
            </a:r>
            <a:r>
              <a:rPr lang="en-IN" sz="2000" kern="100" dirty="0">
                <a:solidFill>
                  <a:schemeClr val="tx1"/>
                </a:solidFill>
                <a:effectLst/>
                <a:latin typeface="Times New Roman" panose="02020603050405020304" pitchFamily="18" charset="0"/>
                <a:ea typeface="Aptos" panose="020B0004020202020204" pitchFamily="34" charset="0"/>
                <a:cs typeface="Mangal" panose="02040503050203030202" pitchFamily="18" charset="0"/>
              </a:rPr>
              <a:t> is a deep learning architecture designed for image processing and feature extraction, making it highly effective for retinopathy detection. In this project, CNNs </a:t>
            </a:r>
            <a:r>
              <a:rPr lang="en-IN" sz="2000" kern="100" dirty="0" err="1">
                <a:solidFill>
                  <a:schemeClr val="tx1"/>
                </a:solidFill>
                <a:effectLst/>
                <a:latin typeface="Times New Roman" panose="02020603050405020304" pitchFamily="18" charset="0"/>
                <a:ea typeface="Aptos" panose="020B0004020202020204" pitchFamily="34" charset="0"/>
                <a:cs typeface="Mangal" panose="02040503050203030202" pitchFamily="18" charset="0"/>
              </a:rPr>
              <a:t>analyze</a:t>
            </a:r>
            <a:r>
              <a:rPr lang="en-IN" sz="2000" kern="100" dirty="0">
                <a:solidFill>
                  <a:schemeClr val="tx1"/>
                </a:solidFill>
                <a:effectLst/>
                <a:latin typeface="Times New Roman" panose="02020603050405020304" pitchFamily="18" charset="0"/>
                <a:ea typeface="Aptos" panose="020B0004020202020204" pitchFamily="34" charset="0"/>
                <a:cs typeface="Mangal" panose="02040503050203030202" pitchFamily="18" charset="0"/>
              </a:rPr>
              <a:t> retinal fundus images to identify key patterns associated with diabetic retinopathy (DR), such as microaneurysms, </a:t>
            </a:r>
            <a:r>
              <a:rPr lang="en-IN" sz="2000" kern="100" dirty="0" err="1">
                <a:solidFill>
                  <a:schemeClr val="tx1"/>
                </a:solidFill>
                <a:effectLst/>
                <a:latin typeface="Times New Roman" panose="02020603050405020304" pitchFamily="18" charset="0"/>
                <a:ea typeface="Aptos" panose="020B0004020202020204" pitchFamily="34" charset="0"/>
                <a:cs typeface="Mangal" panose="02040503050203030202" pitchFamily="18" charset="0"/>
              </a:rPr>
              <a:t>hemorrhages</a:t>
            </a:r>
            <a:r>
              <a:rPr lang="en-IN" sz="2000" kern="100" dirty="0">
                <a:solidFill>
                  <a:schemeClr val="tx1"/>
                </a:solidFill>
                <a:effectLst/>
                <a:latin typeface="Times New Roman" panose="02020603050405020304" pitchFamily="18" charset="0"/>
                <a:ea typeface="Aptos" panose="020B0004020202020204" pitchFamily="34" charset="0"/>
                <a:cs typeface="Mangal" panose="02040503050203030202" pitchFamily="18" charset="0"/>
              </a:rPr>
              <a:t>, and exudates. The extracted features help classify the severity of DR, aiding in early diagnosis and treatment.</a:t>
            </a:r>
            <a:br>
              <a:rPr lang="en-IN" sz="1200" kern="100" dirty="0">
                <a:effectLst/>
                <a:latin typeface="Aptos" panose="020B0004020202020204" pitchFamily="34" charset="0"/>
                <a:ea typeface="Aptos" panose="020B0004020202020204" pitchFamily="34" charset="0"/>
                <a:cs typeface="Mangal" panose="02040503050203030202" pitchFamily="18" charset="0"/>
              </a:rPr>
            </a:br>
            <a:endParaRPr lang="en-US" dirty="0"/>
          </a:p>
        </p:txBody>
      </p:sp>
      <p:sp>
        <p:nvSpPr>
          <p:cNvPr id="3" name="Subtitle 2">
            <a:extLst>
              <a:ext uri="{FF2B5EF4-FFF2-40B4-BE49-F238E27FC236}">
                <a16:creationId xmlns:a16="http://schemas.microsoft.com/office/drawing/2014/main" id="{52D53411-4585-040B-5834-42C4EFE7629C}"/>
              </a:ext>
            </a:extLst>
          </p:cNvPr>
          <p:cNvSpPr>
            <a:spLocks noGrp="1"/>
          </p:cNvSpPr>
          <p:nvPr>
            <p:ph type="body" idx="1"/>
          </p:nvPr>
        </p:nvSpPr>
        <p:spPr>
          <a:xfrm>
            <a:off x="94592" y="166589"/>
            <a:ext cx="12097408" cy="1280160"/>
          </a:xfrm>
        </p:spPr>
        <p:txBody>
          <a:bodyPr>
            <a:normAutofit/>
          </a:bodyPr>
          <a:lstStyle/>
          <a:p>
            <a:r>
              <a:rPr lang="en-US" sz="4800" b="1" dirty="0"/>
              <a:t> machine learning </a:t>
            </a:r>
            <a:r>
              <a:rPr lang="en-US" sz="4800" b="1" dirty="0" err="1"/>
              <a:t>ALGorithm</a:t>
            </a:r>
            <a:endParaRPr lang="en-US" sz="4800" b="1" dirty="0"/>
          </a:p>
        </p:txBody>
      </p:sp>
      <p:sp>
        <p:nvSpPr>
          <p:cNvPr id="16" name="TextBox 15">
            <a:extLst>
              <a:ext uri="{FF2B5EF4-FFF2-40B4-BE49-F238E27FC236}">
                <a16:creationId xmlns:a16="http://schemas.microsoft.com/office/drawing/2014/main" id="{85C8803F-2884-25B2-A3F4-5836661709CF}"/>
              </a:ext>
            </a:extLst>
          </p:cNvPr>
          <p:cNvSpPr txBox="1"/>
          <p:nvPr/>
        </p:nvSpPr>
        <p:spPr>
          <a:xfrm>
            <a:off x="688427" y="4022297"/>
            <a:ext cx="11251325" cy="2415020"/>
          </a:xfrm>
          <a:prstGeom prst="rect">
            <a:avLst/>
          </a:prstGeom>
          <a:noFill/>
        </p:spPr>
        <p:txBody>
          <a:bodyPr wrap="square" rtlCol="0">
            <a:spAutoFit/>
          </a:bodyPr>
          <a:lstStyle/>
          <a:p>
            <a:pPr algn="just">
              <a:lnSpc>
                <a:spcPct val="115000"/>
              </a:lnSpc>
              <a:spcAft>
                <a:spcPts val="800"/>
              </a:spcAft>
              <a:buNone/>
            </a:pPr>
            <a:r>
              <a:rPr lang="en-IN" sz="2400" b="1" kern="100" dirty="0">
                <a:effectLst/>
                <a:latin typeface="Times New Roman" panose="02020603050405020304" pitchFamily="18" charset="0"/>
                <a:ea typeface="Aptos" panose="020B0004020202020204" pitchFamily="34" charset="0"/>
                <a:cs typeface="Mangal" panose="02040503050203030202" pitchFamily="18" charset="0"/>
              </a:rPr>
              <a:t>LONG SHORT-TERM MEMORY (LSTM)</a:t>
            </a:r>
            <a:endParaRPr lang="en-IN" sz="2400" kern="100" dirty="0">
              <a:effectLst/>
              <a:latin typeface="Aptos" panose="020B0004020202020204" pitchFamily="34" charset="0"/>
              <a:ea typeface="Aptos" panose="020B0004020202020204" pitchFamily="34" charset="0"/>
              <a:cs typeface="Mangal" panose="02040503050203030202" pitchFamily="18" charset="0"/>
            </a:endParaRPr>
          </a:p>
          <a:p>
            <a:pPr indent="457200" algn="just">
              <a:lnSpc>
                <a:spcPct val="115000"/>
              </a:lnSpc>
              <a:spcAft>
                <a:spcPts val="800"/>
              </a:spcAft>
            </a:pPr>
            <a:r>
              <a:rPr lang="en-IN" sz="2000" kern="100" dirty="0">
                <a:effectLst/>
                <a:latin typeface="Times New Roman" panose="02020603050405020304" pitchFamily="18" charset="0"/>
                <a:ea typeface="Aptos" panose="020B0004020202020204" pitchFamily="34" charset="0"/>
                <a:cs typeface="Mangal" panose="02040503050203030202" pitchFamily="18" charset="0"/>
              </a:rPr>
              <a:t>Image processing plays a crucial role in </a:t>
            </a:r>
            <a:r>
              <a:rPr lang="en-IN" sz="2000" b="1" kern="100" dirty="0">
                <a:effectLst/>
                <a:latin typeface="Times New Roman" panose="02020603050405020304" pitchFamily="18" charset="0"/>
                <a:ea typeface="Aptos" panose="020B0004020202020204" pitchFamily="34" charset="0"/>
                <a:cs typeface="Mangal" panose="02040503050203030202" pitchFamily="18" charset="0"/>
              </a:rPr>
              <a:t>diabetic retinopathy (DR) detection</a:t>
            </a:r>
            <a:r>
              <a:rPr lang="en-IN" sz="2000" kern="100" dirty="0">
                <a:effectLst/>
                <a:latin typeface="Times New Roman" panose="02020603050405020304" pitchFamily="18" charset="0"/>
                <a:ea typeface="Aptos" panose="020B0004020202020204" pitchFamily="34" charset="0"/>
                <a:cs typeface="Mangal" panose="02040503050203030202" pitchFamily="18" charset="0"/>
              </a:rPr>
              <a:t>, helping to enhance retinal images, extract important features, and improve classification accuracy. These techniques preprocess retinal fundus images, making it easier for deep learning models to detect abnormalities like </a:t>
            </a:r>
            <a:r>
              <a:rPr lang="en-IN" sz="2000" b="1" kern="100" dirty="0">
                <a:effectLst/>
                <a:latin typeface="Times New Roman" panose="02020603050405020304" pitchFamily="18" charset="0"/>
                <a:ea typeface="Aptos" panose="020B0004020202020204" pitchFamily="34" charset="0"/>
                <a:cs typeface="Mangal" panose="02040503050203030202" pitchFamily="18" charset="0"/>
              </a:rPr>
              <a:t>microaneurysms, </a:t>
            </a:r>
            <a:r>
              <a:rPr lang="en-IN" sz="2000" b="1" kern="100" dirty="0" err="1">
                <a:effectLst/>
                <a:latin typeface="Times New Roman" panose="02020603050405020304" pitchFamily="18" charset="0"/>
                <a:ea typeface="Aptos" panose="020B0004020202020204" pitchFamily="34" charset="0"/>
                <a:cs typeface="Mangal" panose="02040503050203030202" pitchFamily="18" charset="0"/>
              </a:rPr>
              <a:t>hemorrhages</a:t>
            </a:r>
            <a:r>
              <a:rPr lang="en-IN" sz="2000" b="1" kern="100" dirty="0">
                <a:effectLst/>
                <a:latin typeface="Times New Roman" panose="02020603050405020304" pitchFamily="18" charset="0"/>
                <a:ea typeface="Aptos" panose="020B0004020202020204" pitchFamily="34" charset="0"/>
                <a:cs typeface="Mangal" panose="02040503050203030202" pitchFamily="18" charset="0"/>
              </a:rPr>
              <a:t>, and exudates.</a:t>
            </a:r>
            <a:endParaRPr lang="en-IN" sz="2000" kern="100" dirty="0">
              <a:effectLst/>
              <a:latin typeface="Aptos" panose="020B0004020202020204" pitchFamily="34" charset="0"/>
              <a:ea typeface="Aptos" panose="020B000402020202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4198690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5D83E-ABE3-16A2-65E5-811392507E0C}"/>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D592866D-7C4D-60BE-E0FA-ACCA4FCF6A84}"/>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1840B444-17CD-2237-BDF0-E1C297BB736F}"/>
              </a:ext>
            </a:extLst>
          </p:cNvPr>
          <p:cNvSpPr>
            <a:spLocks noGrp="1"/>
          </p:cNvSpPr>
          <p:nvPr>
            <p:ph type="sldNum" sz="quarter" idx="12"/>
          </p:nvPr>
        </p:nvSpPr>
        <p:spPr/>
        <p:txBody>
          <a:bodyPr/>
          <a:lstStyle/>
          <a:p>
            <a:fld id="{CC057153-B650-4DEB-B370-79DDCFDCE934}" type="slidenum">
              <a:rPr lang="en-US" smtClean="0"/>
              <a:t>9</a:t>
            </a:fld>
            <a:endParaRPr lang="en-US" dirty="0"/>
          </a:p>
        </p:txBody>
      </p:sp>
      <p:sp>
        <p:nvSpPr>
          <p:cNvPr id="7" name="TextBox 6">
            <a:extLst>
              <a:ext uri="{FF2B5EF4-FFF2-40B4-BE49-F238E27FC236}">
                <a16:creationId xmlns:a16="http://schemas.microsoft.com/office/drawing/2014/main" id="{53694335-F6B3-DC68-32F8-6F1267A0CE66}"/>
              </a:ext>
            </a:extLst>
          </p:cNvPr>
          <p:cNvSpPr txBox="1"/>
          <p:nvPr/>
        </p:nvSpPr>
        <p:spPr>
          <a:xfrm>
            <a:off x="390566" y="254920"/>
            <a:ext cx="11318537" cy="1656864"/>
          </a:xfrm>
          <a:prstGeom prst="rect">
            <a:avLst/>
          </a:prstGeom>
          <a:noFill/>
        </p:spPr>
        <p:txBody>
          <a:bodyPr wrap="square" rtlCol="0">
            <a:spAutoFit/>
          </a:bodyPr>
          <a:lstStyle/>
          <a:p>
            <a:pPr algn="just">
              <a:lnSpc>
                <a:spcPct val="115000"/>
              </a:lnSpc>
              <a:spcAft>
                <a:spcPts val="800"/>
              </a:spcAft>
              <a:buNone/>
            </a:pPr>
            <a:r>
              <a:rPr lang="en-US" sz="2000" b="1" kern="100" dirty="0">
                <a:effectLst/>
                <a:latin typeface="Times New Roman" panose="02020603050405020304" pitchFamily="18" charset="0"/>
                <a:ea typeface="Aptos" panose="020B0004020202020204" pitchFamily="34" charset="0"/>
                <a:cs typeface="Mangal" panose="02040503050203030202" pitchFamily="18" charset="0"/>
              </a:rPr>
              <a:t>Sparse Categorical </a:t>
            </a:r>
            <a:r>
              <a:rPr lang="en-US" sz="2000" b="1" kern="100" dirty="0" err="1">
                <a:effectLst/>
                <a:latin typeface="Times New Roman" panose="02020603050405020304" pitchFamily="18" charset="0"/>
                <a:ea typeface="Aptos" panose="020B0004020202020204" pitchFamily="34" charset="0"/>
                <a:cs typeface="Mangal" panose="02040503050203030202" pitchFamily="18" charset="0"/>
              </a:rPr>
              <a:t>Crossentropy</a:t>
            </a:r>
            <a:r>
              <a:rPr lang="en-US" sz="2000" b="1" kern="100" dirty="0">
                <a:effectLst/>
                <a:latin typeface="Times New Roman" panose="02020603050405020304" pitchFamily="18" charset="0"/>
                <a:ea typeface="Aptos" panose="020B0004020202020204" pitchFamily="34" charset="0"/>
                <a:cs typeface="Mangal" panose="02040503050203030202" pitchFamily="18" charset="0"/>
              </a:rPr>
              <a:t> Loss Function</a:t>
            </a:r>
            <a:endParaRPr lang="en-IN" sz="2000" b="1" kern="100" dirty="0">
              <a:effectLst/>
              <a:latin typeface="Aptos" panose="020B0004020202020204" pitchFamily="34" charset="0"/>
              <a:ea typeface="Aptos" panose="020B0004020202020204" pitchFamily="34" charset="0"/>
              <a:cs typeface="Mangal" panose="02040503050203030202" pitchFamily="18" charset="0"/>
            </a:endParaRPr>
          </a:p>
          <a:p>
            <a:pPr indent="457200" algn="just"/>
            <a:r>
              <a:rPr lang="en-IN" sz="1800" dirty="0">
                <a:effectLst/>
                <a:latin typeface="Times New Roman" panose="02020603050405020304" pitchFamily="18" charset="0"/>
                <a:ea typeface="Times New Roman" panose="02020603050405020304" pitchFamily="18" charset="0"/>
              </a:rPr>
              <a:t>The </a:t>
            </a:r>
            <a:r>
              <a:rPr lang="en-IN" sz="1800" b="1" dirty="0">
                <a:effectLst/>
                <a:latin typeface="Times New Roman" panose="02020603050405020304" pitchFamily="18" charset="0"/>
                <a:ea typeface="Times New Roman" panose="02020603050405020304" pitchFamily="18" charset="0"/>
              </a:rPr>
              <a:t>Sparse Categorical </a:t>
            </a:r>
            <a:r>
              <a:rPr lang="en-IN" sz="1800" b="1" dirty="0" err="1">
                <a:effectLst/>
                <a:latin typeface="Times New Roman" panose="02020603050405020304" pitchFamily="18" charset="0"/>
                <a:ea typeface="Times New Roman" panose="02020603050405020304" pitchFamily="18" charset="0"/>
              </a:rPr>
              <a:t>Crossentropy</a:t>
            </a:r>
            <a:r>
              <a:rPr lang="en-IN" sz="1800" dirty="0">
                <a:effectLst/>
                <a:latin typeface="Times New Roman" panose="02020603050405020304" pitchFamily="18" charset="0"/>
                <a:ea typeface="Times New Roman" panose="02020603050405020304" pitchFamily="18" charset="0"/>
              </a:rPr>
              <a:t> loss function is widely used in </a:t>
            </a:r>
            <a:r>
              <a:rPr lang="en-IN" sz="1800" b="1" dirty="0">
                <a:effectLst/>
                <a:latin typeface="Times New Roman" panose="02020603050405020304" pitchFamily="18" charset="0"/>
                <a:ea typeface="Times New Roman" panose="02020603050405020304" pitchFamily="18" charset="0"/>
              </a:rPr>
              <a:t>multi-class classification problems</a:t>
            </a:r>
            <a:r>
              <a:rPr lang="en-IN" sz="1800" dirty="0">
                <a:effectLst/>
                <a:latin typeface="Times New Roman" panose="02020603050405020304" pitchFamily="18" charset="0"/>
                <a:ea typeface="Times New Roman" panose="02020603050405020304" pitchFamily="18" charset="0"/>
              </a:rPr>
              <a:t>, such as diabetic retinopathy (DR) detection, where the model classifies retinal images into different severity levels (e.g., </a:t>
            </a:r>
            <a:r>
              <a:rPr lang="en-IN" sz="1800" b="1" dirty="0">
                <a:effectLst/>
                <a:latin typeface="Times New Roman" panose="02020603050405020304" pitchFamily="18" charset="0"/>
                <a:ea typeface="Times New Roman" panose="02020603050405020304" pitchFamily="18" charset="0"/>
              </a:rPr>
              <a:t>No DR, Mild, Moderate, Severe, Proliferative DR</a:t>
            </a:r>
            <a:r>
              <a:rPr lang="en-IN" sz="1800" dirty="0">
                <a:effectLst/>
                <a:latin typeface="Times New Roman" panose="02020603050405020304" pitchFamily="18" charset="0"/>
                <a:ea typeface="Times New Roman" panose="02020603050405020304" pitchFamily="18" charset="0"/>
              </a:rPr>
              <a:t>). This loss function helps in training deep learning models by measuring how well the predicted class probabilities align with the actual labels.</a:t>
            </a:r>
          </a:p>
        </p:txBody>
      </p:sp>
      <p:sp>
        <p:nvSpPr>
          <p:cNvPr id="8" name="TextBox 7">
            <a:extLst>
              <a:ext uri="{FF2B5EF4-FFF2-40B4-BE49-F238E27FC236}">
                <a16:creationId xmlns:a16="http://schemas.microsoft.com/office/drawing/2014/main" id="{269FFB56-69E9-B4C6-8C59-A8CE5BB54A63}"/>
              </a:ext>
            </a:extLst>
          </p:cNvPr>
          <p:cNvSpPr txBox="1"/>
          <p:nvPr/>
        </p:nvSpPr>
        <p:spPr>
          <a:xfrm>
            <a:off x="390566" y="2197894"/>
            <a:ext cx="11204026" cy="1231106"/>
          </a:xfrm>
          <a:prstGeom prst="rect">
            <a:avLst/>
          </a:prstGeom>
          <a:noFill/>
        </p:spPr>
        <p:txBody>
          <a:bodyPr wrap="square" rtlCol="0">
            <a:spAutoFit/>
          </a:bodyPr>
          <a:lstStyle/>
          <a:p>
            <a:pPr algn="just">
              <a:buNone/>
            </a:pPr>
            <a:r>
              <a:rPr lang="en-IN" sz="2000" b="1" dirty="0">
                <a:effectLst/>
                <a:latin typeface="Times New Roman" panose="02020603050405020304" pitchFamily="18" charset="0"/>
                <a:ea typeface="Times New Roman" panose="02020603050405020304" pitchFamily="18" charset="0"/>
              </a:rPr>
              <a:t>Activation Functions (ReLU &amp; </a:t>
            </a:r>
            <a:r>
              <a:rPr lang="en-IN" sz="2000" b="1" dirty="0" err="1">
                <a:effectLst/>
                <a:latin typeface="Times New Roman" panose="02020603050405020304" pitchFamily="18" charset="0"/>
                <a:ea typeface="Times New Roman" panose="02020603050405020304" pitchFamily="18" charset="0"/>
              </a:rPr>
              <a:t>Softmax</a:t>
            </a:r>
            <a:r>
              <a:rPr lang="en-IN" sz="2000" b="1" dirty="0">
                <a:effectLst/>
                <a:latin typeface="Times New Roman" panose="02020603050405020304" pitchFamily="18" charset="0"/>
                <a:ea typeface="Times New Roman" panose="02020603050405020304" pitchFamily="18" charset="0"/>
              </a:rPr>
              <a:t>)</a:t>
            </a:r>
            <a:endParaRPr lang="en-IN" sz="2000" dirty="0">
              <a:effectLst/>
              <a:latin typeface="Times New Roman" panose="02020603050405020304" pitchFamily="18" charset="0"/>
              <a:ea typeface="Times New Roman" panose="02020603050405020304" pitchFamily="18" charset="0"/>
            </a:endParaRPr>
          </a:p>
          <a:p>
            <a:pPr>
              <a:buNone/>
            </a:pPr>
            <a:r>
              <a:rPr lang="en-IN" sz="1800" dirty="0">
                <a:effectLst/>
                <a:latin typeface="Aptos" panose="020B0004020202020204" pitchFamily="34" charset="0"/>
                <a:ea typeface="Aptos" panose="020B0004020202020204" pitchFamily="34" charset="0"/>
                <a:cs typeface="Mangal" panose="02040503050203030202" pitchFamily="18" charset="0"/>
              </a:rPr>
              <a:t>Activation functions play a crucial role in deep learning models for </a:t>
            </a:r>
            <a:r>
              <a:rPr lang="en-IN" sz="1800" b="1" dirty="0">
                <a:effectLst/>
                <a:latin typeface="Aptos" panose="020B0004020202020204" pitchFamily="34" charset="0"/>
                <a:ea typeface="Aptos" panose="020B0004020202020204" pitchFamily="34" charset="0"/>
                <a:cs typeface="Mangal" panose="02040503050203030202" pitchFamily="18" charset="0"/>
              </a:rPr>
              <a:t>diabetic retinopathy (DR) detection</a:t>
            </a:r>
            <a:r>
              <a:rPr lang="en-IN" sz="1800" dirty="0">
                <a:effectLst/>
                <a:latin typeface="Aptos" panose="020B0004020202020204" pitchFamily="34" charset="0"/>
                <a:ea typeface="Aptos" panose="020B0004020202020204" pitchFamily="34" charset="0"/>
                <a:cs typeface="Mangal" panose="02040503050203030202" pitchFamily="18" charset="0"/>
              </a:rPr>
              <a:t>, helping neurons learn complex patterns from retinal images. </a:t>
            </a:r>
            <a:r>
              <a:rPr lang="en-IN" sz="1800" b="1" dirty="0" err="1">
                <a:effectLst/>
                <a:latin typeface="Aptos" panose="020B0004020202020204" pitchFamily="34" charset="0"/>
                <a:ea typeface="Aptos" panose="020B0004020202020204" pitchFamily="34" charset="0"/>
                <a:cs typeface="Mangal" panose="02040503050203030202" pitchFamily="18" charset="0"/>
              </a:rPr>
              <a:t>ReLU</a:t>
            </a:r>
            <a:r>
              <a:rPr lang="en-IN" sz="1800" b="1" dirty="0">
                <a:effectLst/>
                <a:latin typeface="Aptos" panose="020B0004020202020204" pitchFamily="34" charset="0"/>
                <a:ea typeface="Aptos" panose="020B0004020202020204" pitchFamily="34" charset="0"/>
                <a:cs typeface="Mangal" panose="02040503050203030202" pitchFamily="18" charset="0"/>
              </a:rPr>
              <a:t> (Rectified Linear Unit)</a:t>
            </a:r>
            <a:r>
              <a:rPr lang="en-IN" sz="1800" dirty="0">
                <a:effectLst/>
                <a:latin typeface="Aptos" panose="020B0004020202020204" pitchFamily="34" charset="0"/>
                <a:ea typeface="Aptos" panose="020B0004020202020204" pitchFamily="34" charset="0"/>
                <a:cs typeface="Mangal" panose="02040503050203030202" pitchFamily="18" charset="0"/>
              </a:rPr>
              <a:t> and </a:t>
            </a:r>
            <a:r>
              <a:rPr lang="en-IN" sz="1800" b="1" dirty="0" err="1">
                <a:effectLst/>
                <a:latin typeface="Aptos" panose="020B0004020202020204" pitchFamily="34" charset="0"/>
                <a:ea typeface="Aptos" panose="020B0004020202020204" pitchFamily="34" charset="0"/>
                <a:cs typeface="Mangal" panose="02040503050203030202" pitchFamily="18" charset="0"/>
              </a:rPr>
              <a:t>Softmax</a:t>
            </a:r>
            <a:r>
              <a:rPr lang="en-IN" sz="1800" dirty="0">
                <a:effectLst/>
                <a:latin typeface="Aptos" panose="020B0004020202020204" pitchFamily="34" charset="0"/>
                <a:ea typeface="Aptos" panose="020B0004020202020204" pitchFamily="34" charset="0"/>
                <a:cs typeface="Mangal" panose="02040503050203030202" pitchFamily="18" charset="0"/>
              </a:rPr>
              <a:t> are commonly used activation functions in CNN-based classification models</a:t>
            </a:r>
            <a:endParaRPr lang="en-IN" dirty="0"/>
          </a:p>
        </p:txBody>
      </p:sp>
      <p:sp>
        <p:nvSpPr>
          <p:cNvPr id="5" name="TextBox 4">
            <a:extLst>
              <a:ext uri="{FF2B5EF4-FFF2-40B4-BE49-F238E27FC236}">
                <a16:creationId xmlns:a16="http://schemas.microsoft.com/office/drawing/2014/main" id="{84C99B8B-76D6-0E25-1E61-5989AAE5D275}"/>
              </a:ext>
            </a:extLst>
          </p:cNvPr>
          <p:cNvSpPr txBox="1"/>
          <p:nvPr/>
        </p:nvSpPr>
        <p:spPr>
          <a:xfrm>
            <a:off x="379477" y="3929994"/>
            <a:ext cx="10489903" cy="1754326"/>
          </a:xfrm>
          <a:prstGeom prst="rect">
            <a:avLst/>
          </a:prstGeom>
          <a:noFill/>
        </p:spPr>
        <p:txBody>
          <a:bodyPr wrap="square" rtlCol="0">
            <a:spAutoFit/>
          </a:bodyPr>
          <a:lstStyle/>
          <a:p>
            <a:pPr algn="just">
              <a:buNone/>
            </a:pPr>
            <a:r>
              <a:rPr lang="en-US" sz="1800" b="1" dirty="0" err="1">
                <a:effectLst/>
                <a:latin typeface="Times New Roman" panose="02020603050405020304" pitchFamily="18" charset="0"/>
                <a:ea typeface="Times New Roman" panose="02020603050405020304" pitchFamily="18" charset="0"/>
              </a:rPr>
              <a:t>Tkinter</a:t>
            </a:r>
            <a:r>
              <a:rPr lang="en-US" sz="1800" b="1" dirty="0">
                <a:effectLst/>
                <a:latin typeface="Times New Roman" panose="02020603050405020304" pitchFamily="18" charset="0"/>
                <a:ea typeface="Times New Roman" panose="02020603050405020304" pitchFamily="18" charset="0"/>
              </a:rPr>
              <a:t> (GUI for Image Selection)</a:t>
            </a:r>
            <a:endParaRPr lang="en-IN" sz="1800" dirty="0">
              <a:effectLst/>
              <a:latin typeface="Times New Roman" panose="02020603050405020304" pitchFamily="18" charset="0"/>
              <a:ea typeface="Times New Roman" panose="02020603050405020304" pitchFamily="18" charset="0"/>
            </a:endParaRPr>
          </a:p>
          <a:p>
            <a:pPr indent="457200" algn="just"/>
            <a:r>
              <a:rPr lang="en-IN" sz="1800" b="1" dirty="0" err="1">
                <a:effectLst/>
                <a:latin typeface="Times New Roman" panose="02020603050405020304" pitchFamily="18" charset="0"/>
                <a:ea typeface="Times New Roman" panose="02020603050405020304" pitchFamily="18" charset="0"/>
              </a:rPr>
              <a:t>Tkinter</a:t>
            </a:r>
            <a:r>
              <a:rPr lang="en-IN" sz="1800" dirty="0">
                <a:effectLst/>
                <a:latin typeface="Times New Roman" panose="02020603050405020304" pitchFamily="18" charset="0"/>
                <a:ea typeface="Times New Roman" panose="02020603050405020304" pitchFamily="18" charset="0"/>
              </a:rPr>
              <a:t> is a built-in Python library used for </a:t>
            </a:r>
            <a:r>
              <a:rPr lang="en-IN" sz="1800" dirty="0" err="1">
                <a:effectLst/>
                <a:latin typeface="Times New Roman" panose="02020603050405020304" pitchFamily="18" charset="0"/>
                <a:ea typeface="Times New Roman" panose="02020603050405020304" pitchFamily="18" charset="0"/>
              </a:rPr>
              <a:t>reating</a:t>
            </a:r>
            <a:r>
              <a:rPr lang="en-IN" sz="1800" dirty="0">
                <a:effectLst/>
                <a:latin typeface="Times New Roman" panose="02020603050405020304" pitchFamily="18" charset="0"/>
                <a:ea typeface="Times New Roman" panose="02020603050405020304" pitchFamily="18" charset="0"/>
              </a:rPr>
              <a:t> graphical user interfaces (GUIs). In the Retinopathy detection project, </a:t>
            </a:r>
            <a:r>
              <a:rPr lang="en-IN" sz="1800" dirty="0" err="1">
                <a:effectLst/>
                <a:latin typeface="Times New Roman" panose="02020603050405020304" pitchFamily="18" charset="0"/>
                <a:ea typeface="Times New Roman" panose="02020603050405020304" pitchFamily="18" charset="0"/>
              </a:rPr>
              <a:t>Tkinter</a:t>
            </a:r>
            <a:r>
              <a:rPr lang="en-IN" sz="1800" dirty="0">
                <a:effectLst/>
                <a:latin typeface="Times New Roman" panose="02020603050405020304" pitchFamily="18" charset="0"/>
                <a:ea typeface="Times New Roman" panose="02020603050405020304" pitchFamily="18" charset="0"/>
              </a:rPr>
              <a:t> provides a simple and interactive way for users to select MRI images for analysis. Instead of manually providing file paths, users can browse and upload images through a user-friendly interface.</a:t>
            </a:r>
          </a:p>
          <a:p>
            <a:endParaRPr lang="en-IN" dirty="0"/>
          </a:p>
          <a:p>
            <a:endParaRPr lang="en-IN" dirty="0"/>
          </a:p>
        </p:txBody>
      </p:sp>
    </p:spTree>
    <p:extLst>
      <p:ext uri="{BB962C8B-B14F-4D97-AF65-F5344CB8AC3E}">
        <p14:creationId xmlns:p14="http://schemas.microsoft.com/office/powerpoint/2010/main" val="22719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EE2C29-DFF9-7144-55E2-DC2B160E5ED8}"/>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13EAEFD6-6146-610D-2C5B-7DDB1EECBAF0}"/>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8CC4D9F8-7327-36D7-EEC7-183C022F6B26}"/>
              </a:ext>
            </a:extLst>
          </p:cNvPr>
          <p:cNvSpPr>
            <a:spLocks noGrp="1"/>
          </p:cNvSpPr>
          <p:nvPr>
            <p:ph type="sldNum" sz="quarter" idx="12"/>
          </p:nvPr>
        </p:nvSpPr>
        <p:spPr/>
        <p:txBody>
          <a:bodyPr/>
          <a:lstStyle/>
          <a:p>
            <a:fld id="{CC057153-B650-4DEB-B370-79DDCFDCE934}" type="slidenum">
              <a:rPr lang="en-US" smtClean="0"/>
              <a:t>10</a:t>
            </a:fld>
            <a:endParaRPr lang="en-US" dirty="0"/>
          </a:p>
        </p:txBody>
      </p:sp>
      <p:sp>
        <p:nvSpPr>
          <p:cNvPr id="57" name="Text 0">
            <a:extLst>
              <a:ext uri="{FF2B5EF4-FFF2-40B4-BE49-F238E27FC236}">
                <a16:creationId xmlns:a16="http://schemas.microsoft.com/office/drawing/2014/main" id="{F6E1A04D-C0C8-4BFB-8270-325F728207A9}"/>
              </a:ext>
            </a:extLst>
          </p:cNvPr>
          <p:cNvSpPr/>
          <p:nvPr/>
        </p:nvSpPr>
        <p:spPr>
          <a:xfrm>
            <a:off x="783297" y="868850"/>
            <a:ext cx="6690718" cy="5291376"/>
          </a:xfrm>
          <a:prstGeom prst="rect">
            <a:avLst/>
          </a:prstGeom>
          <a:noFill/>
          <a:ln/>
        </p:spPr>
        <p:txBody>
          <a:bodyPr wrap="square" lIns="0" tIns="0" rIns="0" bIns="0" rtlCol="0" anchor="t"/>
          <a:lstStyle/>
          <a:p>
            <a:pPr marL="0" indent="0" algn="l">
              <a:lnSpc>
                <a:spcPts val="5500"/>
              </a:lnSpc>
              <a:buNone/>
            </a:pPr>
            <a:r>
              <a:rPr lang="en-US" sz="4400" kern="0" spc="-89" dirty="0">
                <a:solidFill>
                  <a:srgbClr val="D73AD7"/>
                </a:solidFill>
                <a:latin typeface="Source Serif Pro Semi Bold" pitchFamily="34" charset="0"/>
                <a:ea typeface="Source Serif Pro Semi Bold" pitchFamily="34" charset="-122"/>
                <a:cs typeface="Source Serif Pro Semi Bold" pitchFamily="34" charset="-120"/>
              </a:rPr>
              <a:t>The Problem: Manual Diagnosis</a:t>
            </a:r>
            <a:endParaRPr lang="en-US" sz="4400" dirty="0"/>
          </a:p>
        </p:txBody>
      </p:sp>
      <p:sp>
        <p:nvSpPr>
          <p:cNvPr id="58" name="Shape 1">
            <a:extLst>
              <a:ext uri="{FF2B5EF4-FFF2-40B4-BE49-F238E27FC236}">
                <a16:creationId xmlns:a16="http://schemas.microsoft.com/office/drawing/2014/main" id="{332FC206-2D77-E6AB-4FDB-4E9292F37D2B}"/>
              </a:ext>
            </a:extLst>
          </p:cNvPr>
          <p:cNvSpPr/>
          <p:nvPr/>
        </p:nvSpPr>
        <p:spPr>
          <a:xfrm>
            <a:off x="783296" y="2905057"/>
            <a:ext cx="538520" cy="538520"/>
          </a:xfrm>
          <a:prstGeom prst="roundRect">
            <a:avLst>
              <a:gd name="adj" fmla="val 18670"/>
            </a:avLst>
          </a:prstGeom>
          <a:solidFill>
            <a:srgbClr val="F4D4F7"/>
          </a:solidFill>
          <a:ln w="7620">
            <a:solidFill>
              <a:srgbClr val="DABADD"/>
            </a:solidFill>
            <a:prstDash val="solid"/>
          </a:ln>
        </p:spPr>
      </p:sp>
      <p:pic>
        <p:nvPicPr>
          <p:cNvPr id="59" name="Image 1" descr="preencoded.png">
            <a:extLst>
              <a:ext uri="{FF2B5EF4-FFF2-40B4-BE49-F238E27FC236}">
                <a16:creationId xmlns:a16="http://schemas.microsoft.com/office/drawing/2014/main" id="{A0E7BB4B-E192-D443-2137-BABF4BA094D6}"/>
              </a:ext>
            </a:extLst>
          </p:cNvPr>
          <p:cNvPicPr>
            <a:picLocks noChangeAspect="1"/>
          </p:cNvPicPr>
          <p:nvPr/>
        </p:nvPicPr>
        <p:blipFill>
          <a:blip r:embed="rId2"/>
          <a:stretch>
            <a:fillRect/>
          </a:stretch>
        </p:blipFill>
        <p:spPr>
          <a:xfrm>
            <a:off x="883546" y="2963041"/>
            <a:ext cx="337899" cy="422434"/>
          </a:xfrm>
          <a:prstGeom prst="rect">
            <a:avLst/>
          </a:prstGeom>
        </p:spPr>
      </p:pic>
      <p:sp>
        <p:nvSpPr>
          <p:cNvPr id="60" name="Text 2">
            <a:extLst>
              <a:ext uri="{FF2B5EF4-FFF2-40B4-BE49-F238E27FC236}">
                <a16:creationId xmlns:a16="http://schemas.microsoft.com/office/drawing/2014/main" id="{025E4B29-C74F-9440-BB7C-5BDFA2C3A0C5}"/>
              </a:ext>
            </a:extLst>
          </p:cNvPr>
          <p:cNvSpPr/>
          <p:nvPr/>
        </p:nvSpPr>
        <p:spPr>
          <a:xfrm>
            <a:off x="1561131" y="2905057"/>
            <a:ext cx="2816185" cy="351949"/>
          </a:xfrm>
          <a:prstGeom prst="rect">
            <a:avLst/>
          </a:prstGeom>
          <a:noFill/>
          <a:ln/>
        </p:spPr>
        <p:txBody>
          <a:bodyPr wrap="none" lIns="0" tIns="0" rIns="0" bIns="0" rtlCol="0" anchor="t"/>
          <a:lstStyle/>
          <a:p>
            <a:pPr marL="0" indent="0" algn="l">
              <a:lnSpc>
                <a:spcPts val="2750"/>
              </a:lnSpc>
              <a:buNone/>
            </a:pPr>
            <a:r>
              <a:rPr lang="en-US" sz="2200" kern="0" spc="-44" dirty="0">
                <a:solidFill>
                  <a:srgbClr val="272525"/>
                </a:solidFill>
                <a:latin typeface="Source Serif Pro Semi Bold" pitchFamily="34" charset="0"/>
                <a:ea typeface="Source Serif Pro Semi Bold" pitchFamily="34" charset="-122"/>
                <a:cs typeface="Source Serif Pro Semi Bold" pitchFamily="34" charset="-120"/>
              </a:rPr>
              <a:t>High Cost</a:t>
            </a:r>
            <a:endParaRPr lang="en-US" sz="2200" dirty="0"/>
          </a:p>
        </p:txBody>
      </p:sp>
      <p:sp>
        <p:nvSpPr>
          <p:cNvPr id="61" name="Text 3">
            <a:extLst>
              <a:ext uri="{FF2B5EF4-FFF2-40B4-BE49-F238E27FC236}">
                <a16:creationId xmlns:a16="http://schemas.microsoft.com/office/drawing/2014/main" id="{ED4A1291-0C9F-5264-CC94-A224AA61E96D}"/>
              </a:ext>
            </a:extLst>
          </p:cNvPr>
          <p:cNvSpPr/>
          <p:nvPr/>
        </p:nvSpPr>
        <p:spPr>
          <a:xfrm>
            <a:off x="1561131" y="3400595"/>
            <a:ext cx="2836783" cy="766048"/>
          </a:xfrm>
          <a:prstGeom prst="rect">
            <a:avLst/>
          </a:prstGeom>
          <a:noFill/>
          <a:ln/>
        </p:spPr>
        <p:txBody>
          <a:bodyPr wrap="square" lIns="0" tIns="0" rIns="0" bIns="0" rtlCol="0" anchor="t"/>
          <a:lstStyle/>
          <a:p>
            <a:pPr marL="0" indent="0" algn="l">
              <a:lnSpc>
                <a:spcPts val="3000"/>
              </a:lnSpc>
              <a:buNone/>
            </a:pPr>
            <a:r>
              <a:rPr lang="en-US" sz="1850" kern="0" spc="-38" dirty="0">
                <a:solidFill>
                  <a:srgbClr val="272525"/>
                </a:solidFill>
                <a:latin typeface="Source Sans Pro" pitchFamily="34" charset="0"/>
                <a:ea typeface="Source Sans Pro" pitchFamily="34" charset="-122"/>
                <a:cs typeface="Source Sans Pro" pitchFamily="34" charset="-120"/>
              </a:rPr>
              <a:t>Expensive specialist consultations</a:t>
            </a:r>
            <a:endParaRPr lang="en-US" sz="1850" dirty="0"/>
          </a:p>
        </p:txBody>
      </p:sp>
      <p:sp>
        <p:nvSpPr>
          <p:cNvPr id="62" name="Shape 4">
            <a:extLst>
              <a:ext uri="{FF2B5EF4-FFF2-40B4-BE49-F238E27FC236}">
                <a16:creationId xmlns:a16="http://schemas.microsoft.com/office/drawing/2014/main" id="{4E2A071C-2253-C9C3-947E-624CDD1259F3}"/>
              </a:ext>
            </a:extLst>
          </p:cNvPr>
          <p:cNvSpPr/>
          <p:nvPr/>
        </p:nvSpPr>
        <p:spPr>
          <a:xfrm>
            <a:off x="4637230" y="2905057"/>
            <a:ext cx="538520" cy="538520"/>
          </a:xfrm>
          <a:prstGeom prst="roundRect">
            <a:avLst>
              <a:gd name="adj" fmla="val 18670"/>
            </a:avLst>
          </a:prstGeom>
          <a:solidFill>
            <a:srgbClr val="F4D4F7"/>
          </a:solidFill>
          <a:ln w="7620">
            <a:solidFill>
              <a:srgbClr val="DABADD"/>
            </a:solidFill>
            <a:prstDash val="solid"/>
          </a:ln>
        </p:spPr>
      </p:sp>
      <p:pic>
        <p:nvPicPr>
          <p:cNvPr id="63" name="Image 2" descr="preencoded.png">
            <a:extLst>
              <a:ext uri="{FF2B5EF4-FFF2-40B4-BE49-F238E27FC236}">
                <a16:creationId xmlns:a16="http://schemas.microsoft.com/office/drawing/2014/main" id="{68F54DB4-BD92-AFA2-4D59-E84322F10948}"/>
              </a:ext>
            </a:extLst>
          </p:cNvPr>
          <p:cNvPicPr>
            <a:picLocks noChangeAspect="1"/>
          </p:cNvPicPr>
          <p:nvPr/>
        </p:nvPicPr>
        <p:blipFill>
          <a:blip r:embed="rId3"/>
          <a:stretch>
            <a:fillRect/>
          </a:stretch>
        </p:blipFill>
        <p:spPr>
          <a:xfrm>
            <a:off x="4737480" y="2963041"/>
            <a:ext cx="337899" cy="422434"/>
          </a:xfrm>
          <a:prstGeom prst="rect">
            <a:avLst/>
          </a:prstGeom>
        </p:spPr>
      </p:pic>
      <p:sp>
        <p:nvSpPr>
          <p:cNvPr id="64" name="Shape 7">
            <a:extLst>
              <a:ext uri="{FF2B5EF4-FFF2-40B4-BE49-F238E27FC236}">
                <a16:creationId xmlns:a16="http://schemas.microsoft.com/office/drawing/2014/main" id="{C2812FB3-E65F-6DF1-EC6F-F6893CA9E1D0}"/>
              </a:ext>
            </a:extLst>
          </p:cNvPr>
          <p:cNvSpPr/>
          <p:nvPr/>
        </p:nvSpPr>
        <p:spPr>
          <a:xfrm>
            <a:off x="783296" y="4675159"/>
            <a:ext cx="538520" cy="538520"/>
          </a:xfrm>
          <a:prstGeom prst="roundRect">
            <a:avLst>
              <a:gd name="adj" fmla="val 18670"/>
            </a:avLst>
          </a:prstGeom>
          <a:solidFill>
            <a:srgbClr val="F4D4F7"/>
          </a:solidFill>
          <a:ln w="7620">
            <a:solidFill>
              <a:srgbClr val="DABADD"/>
            </a:solidFill>
            <a:prstDash val="solid"/>
          </a:ln>
        </p:spPr>
      </p:sp>
      <p:pic>
        <p:nvPicPr>
          <p:cNvPr id="65" name="Image 3" descr="preencoded.png">
            <a:extLst>
              <a:ext uri="{FF2B5EF4-FFF2-40B4-BE49-F238E27FC236}">
                <a16:creationId xmlns:a16="http://schemas.microsoft.com/office/drawing/2014/main" id="{2FAB2AA2-DAEA-B7D6-F0FF-6EB471BB68AE}"/>
              </a:ext>
            </a:extLst>
          </p:cNvPr>
          <p:cNvPicPr>
            <a:picLocks noChangeAspect="1"/>
          </p:cNvPicPr>
          <p:nvPr/>
        </p:nvPicPr>
        <p:blipFill>
          <a:blip r:embed="rId4"/>
          <a:stretch>
            <a:fillRect/>
          </a:stretch>
        </p:blipFill>
        <p:spPr>
          <a:xfrm>
            <a:off x="883546" y="4733143"/>
            <a:ext cx="337899" cy="422434"/>
          </a:xfrm>
          <a:prstGeom prst="rect">
            <a:avLst/>
          </a:prstGeom>
        </p:spPr>
      </p:pic>
      <p:sp>
        <p:nvSpPr>
          <p:cNvPr id="66" name="Text 8">
            <a:extLst>
              <a:ext uri="{FF2B5EF4-FFF2-40B4-BE49-F238E27FC236}">
                <a16:creationId xmlns:a16="http://schemas.microsoft.com/office/drawing/2014/main" id="{BCE6BC2E-3A01-5174-0E62-711C675ADBB1}"/>
              </a:ext>
            </a:extLst>
          </p:cNvPr>
          <p:cNvSpPr/>
          <p:nvPr/>
        </p:nvSpPr>
        <p:spPr>
          <a:xfrm>
            <a:off x="1581730" y="4675159"/>
            <a:ext cx="2816185" cy="351949"/>
          </a:xfrm>
          <a:prstGeom prst="rect">
            <a:avLst/>
          </a:prstGeom>
          <a:noFill/>
          <a:ln/>
        </p:spPr>
        <p:txBody>
          <a:bodyPr wrap="none" lIns="0" tIns="0" rIns="0" bIns="0" rtlCol="0" anchor="t"/>
          <a:lstStyle/>
          <a:p>
            <a:pPr marL="0" indent="0" algn="l">
              <a:lnSpc>
                <a:spcPts val="2750"/>
              </a:lnSpc>
              <a:buNone/>
            </a:pPr>
            <a:r>
              <a:rPr lang="en-US" sz="2200" kern="0" spc="-44" dirty="0">
                <a:solidFill>
                  <a:srgbClr val="272525"/>
                </a:solidFill>
                <a:latin typeface="Source Serif Pro Semi Bold" pitchFamily="34" charset="0"/>
                <a:ea typeface="Source Serif Pro Semi Bold" pitchFamily="34" charset="-122"/>
                <a:cs typeface="Source Serif Pro Semi Bold" pitchFamily="34" charset="-120"/>
              </a:rPr>
              <a:t>Limited Availability</a:t>
            </a:r>
            <a:endParaRPr lang="en-US" sz="2200" dirty="0"/>
          </a:p>
        </p:txBody>
      </p:sp>
      <p:sp>
        <p:nvSpPr>
          <p:cNvPr id="67" name="Text 6">
            <a:extLst>
              <a:ext uri="{FF2B5EF4-FFF2-40B4-BE49-F238E27FC236}">
                <a16:creationId xmlns:a16="http://schemas.microsoft.com/office/drawing/2014/main" id="{7A267F57-40BF-2DA2-659F-B45653838FBE}"/>
              </a:ext>
            </a:extLst>
          </p:cNvPr>
          <p:cNvSpPr/>
          <p:nvPr/>
        </p:nvSpPr>
        <p:spPr>
          <a:xfrm>
            <a:off x="5276000" y="3385475"/>
            <a:ext cx="2836783" cy="766048"/>
          </a:xfrm>
          <a:prstGeom prst="rect">
            <a:avLst/>
          </a:prstGeom>
          <a:noFill/>
          <a:ln/>
        </p:spPr>
        <p:txBody>
          <a:bodyPr wrap="square" lIns="0" tIns="0" rIns="0" bIns="0" rtlCol="0" anchor="t"/>
          <a:lstStyle/>
          <a:p>
            <a:pPr marL="0" indent="0" algn="l">
              <a:lnSpc>
                <a:spcPts val="3000"/>
              </a:lnSpc>
              <a:buNone/>
            </a:pPr>
            <a:r>
              <a:rPr lang="en-US" sz="1850" kern="0" spc="-38" dirty="0">
                <a:solidFill>
                  <a:srgbClr val="272525"/>
                </a:solidFill>
                <a:latin typeface="Source Sans Pro" pitchFamily="34" charset="0"/>
                <a:ea typeface="Source Sans Pro" pitchFamily="34" charset="-122"/>
                <a:cs typeface="Source Sans Pro" pitchFamily="34" charset="-120"/>
              </a:rPr>
              <a:t>Subjectivity in manual interpretation</a:t>
            </a:r>
            <a:endParaRPr lang="en-US" sz="1850" dirty="0"/>
          </a:p>
        </p:txBody>
      </p:sp>
      <p:sp>
        <p:nvSpPr>
          <p:cNvPr id="70" name="Text 5">
            <a:extLst>
              <a:ext uri="{FF2B5EF4-FFF2-40B4-BE49-F238E27FC236}">
                <a16:creationId xmlns:a16="http://schemas.microsoft.com/office/drawing/2014/main" id="{DF27D32D-B394-E556-9277-E02F3D50CD68}"/>
              </a:ext>
            </a:extLst>
          </p:cNvPr>
          <p:cNvSpPr/>
          <p:nvPr/>
        </p:nvSpPr>
        <p:spPr>
          <a:xfrm>
            <a:off x="5276000" y="2914062"/>
            <a:ext cx="2816185" cy="351949"/>
          </a:xfrm>
          <a:prstGeom prst="rect">
            <a:avLst/>
          </a:prstGeom>
          <a:noFill/>
          <a:ln/>
        </p:spPr>
        <p:txBody>
          <a:bodyPr wrap="none" lIns="0" tIns="0" rIns="0" bIns="0" rtlCol="0" anchor="t"/>
          <a:lstStyle/>
          <a:p>
            <a:pPr marL="0" indent="0" algn="l">
              <a:lnSpc>
                <a:spcPts val="2750"/>
              </a:lnSpc>
              <a:buNone/>
            </a:pPr>
            <a:r>
              <a:rPr lang="en-US" sz="2200" kern="0" spc="-44" dirty="0">
                <a:solidFill>
                  <a:srgbClr val="272525"/>
                </a:solidFill>
                <a:latin typeface="Source Serif Pro Semi Bold" pitchFamily="34" charset="0"/>
                <a:ea typeface="Source Serif Pro Semi Bold" pitchFamily="34" charset="-122"/>
                <a:cs typeface="Source Serif Pro Semi Bold" pitchFamily="34" charset="-120"/>
              </a:rPr>
              <a:t>Human Error</a:t>
            </a:r>
            <a:endParaRPr lang="en-US" sz="2200" dirty="0"/>
          </a:p>
        </p:txBody>
      </p:sp>
      <p:sp>
        <p:nvSpPr>
          <p:cNvPr id="71" name="Text 9">
            <a:extLst>
              <a:ext uri="{FF2B5EF4-FFF2-40B4-BE49-F238E27FC236}">
                <a16:creationId xmlns:a16="http://schemas.microsoft.com/office/drawing/2014/main" id="{FC1F1F54-08EB-EC3E-5C93-CFE6A85EC84E}"/>
              </a:ext>
            </a:extLst>
          </p:cNvPr>
          <p:cNvSpPr/>
          <p:nvPr/>
        </p:nvSpPr>
        <p:spPr>
          <a:xfrm>
            <a:off x="1422065" y="5096760"/>
            <a:ext cx="6690717" cy="383024"/>
          </a:xfrm>
          <a:prstGeom prst="rect">
            <a:avLst/>
          </a:prstGeom>
          <a:noFill/>
          <a:ln/>
        </p:spPr>
        <p:txBody>
          <a:bodyPr wrap="none" lIns="0" tIns="0" rIns="0" bIns="0" rtlCol="0" anchor="t"/>
          <a:lstStyle/>
          <a:p>
            <a:pPr marL="0" indent="0" algn="l">
              <a:lnSpc>
                <a:spcPts val="3000"/>
              </a:lnSpc>
              <a:buNone/>
            </a:pPr>
            <a:r>
              <a:rPr lang="en-US" sz="1850" kern="0" spc="-38" dirty="0">
                <a:solidFill>
                  <a:srgbClr val="272525"/>
                </a:solidFill>
                <a:latin typeface="Source Sans Pro" pitchFamily="34" charset="0"/>
                <a:ea typeface="Source Sans Pro" pitchFamily="34" charset="-122"/>
                <a:cs typeface="Source Sans Pro" pitchFamily="34" charset="-120"/>
              </a:rPr>
              <a:t>Lack of specialists in remote areas</a:t>
            </a:r>
            <a:endParaRPr lang="en-US" sz="1850" dirty="0"/>
          </a:p>
        </p:txBody>
      </p:sp>
      <p:pic>
        <p:nvPicPr>
          <p:cNvPr id="72" name="Image 0" descr="preencoded.png">
            <a:extLst>
              <a:ext uri="{FF2B5EF4-FFF2-40B4-BE49-F238E27FC236}">
                <a16:creationId xmlns:a16="http://schemas.microsoft.com/office/drawing/2014/main" id="{662AD951-794E-CAA7-6BD7-ABC744B26F82}"/>
              </a:ext>
            </a:extLst>
          </p:cNvPr>
          <p:cNvPicPr>
            <a:picLocks noChangeAspect="1"/>
          </p:cNvPicPr>
          <p:nvPr/>
        </p:nvPicPr>
        <p:blipFill>
          <a:blip r:embed="rId5"/>
          <a:stretch>
            <a:fillRect/>
          </a:stretch>
        </p:blipFill>
        <p:spPr>
          <a:xfrm>
            <a:off x="7692730" y="0"/>
            <a:ext cx="4485553" cy="6371303"/>
          </a:xfrm>
          <a:prstGeom prst="rect">
            <a:avLst/>
          </a:prstGeom>
        </p:spPr>
      </p:pic>
    </p:spTree>
    <p:extLst>
      <p:ext uri="{BB962C8B-B14F-4D97-AF65-F5344CB8AC3E}">
        <p14:creationId xmlns:p14="http://schemas.microsoft.com/office/powerpoint/2010/main" val="2665495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084F75-40AF-5EFD-0B1F-95068B042508}"/>
              </a:ext>
            </a:extLst>
          </p:cNvPr>
          <p:cNvSpPr>
            <a:spLocks noGrp="1"/>
          </p:cNvSpPr>
          <p:nvPr>
            <p:ph type="dt" sz="half" idx="10"/>
          </p:nvPr>
        </p:nvSpPr>
        <p:spPr>
          <a:xfrm>
            <a:off x="6855650" y="6368796"/>
            <a:ext cx="4738941" cy="365760"/>
          </a:xfrm>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D04B15B1-4D58-8E8A-8117-B94CA4130256}"/>
              </a:ext>
            </a:extLst>
          </p:cNvPr>
          <p:cNvSpPr>
            <a:spLocks noGrp="1"/>
          </p:cNvSpPr>
          <p:nvPr>
            <p:ph type="ftr" sz="quarter" idx="11"/>
          </p:nvPr>
        </p:nvSpPr>
        <p:spPr>
          <a:xfrm rot="5400000">
            <a:off x="-1584510" y="1593031"/>
            <a:ext cx="3557016" cy="370954"/>
          </a:xfrm>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A5B89A82-0589-486B-669B-8EDCD8E45EF4}"/>
              </a:ext>
            </a:extLst>
          </p:cNvPr>
          <p:cNvSpPr>
            <a:spLocks noGrp="1"/>
          </p:cNvSpPr>
          <p:nvPr>
            <p:ph type="sldNum" sz="quarter" idx="12"/>
          </p:nvPr>
        </p:nvSpPr>
        <p:spPr>
          <a:xfrm>
            <a:off x="11568512" y="6368796"/>
            <a:ext cx="556431" cy="365760"/>
          </a:xfrm>
        </p:spPr>
        <p:txBody>
          <a:bodyPr/>
          <a:lstStyle/>
          <a:p>
            <a:fld id="{CC057153-B650-4DEB-B370-79DDCFDCE934}" type="slidenum">
              <a:rPr lang="en-US" smtClean="0"/>
              <a:t>11</a:t>
            </a:fld>
            <a:endParaRPr lang="en-US" dirty="0"/>
          </a:p>
        </p:txBody>
      </p:sp>
      <p:sp>
        <p:nvSpPr>
          <p:cNvPr id="5" name="Text 0">
            <a:extLst>
              <a:ext uri="{FF2B5EF4-FFF2-40B4-BE49-F238E27FC236}">
                <a16:creationId xmlns:a16="http://schemas.microsoft.com/office/drawing/2014/main" id="{7EBAD000-E2C0-8E6C-5756-98D1889F9C90}"/>
              </a:ext>
            </a:extLst>
          </p:cNvPr>
          <p:cNvSpPr/>
          <p:nvPr/>
        </p:nvSpPr>
        <p:spPr>
          <a:xfrm>
            <a:off x="383521" y="351215"/>
            <a:ext cx="5712479" cy="704017"/>
          </a:xfrm>
          <a:prstGeom prst="rect">
            <a:avLst/>
          </a:prstGeom>
          <a:noFill/>
          <a:ln/>
        </p:spPr>
        <p:txBody>
          <a:bodyPr wrap="non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Dataset Details</a:t>
            </a:r>
            <a:endParaRPr lang="en-US" sz="4400" dirty="0"/>
          </a:p>
        </p:txBody>
      </p:sp>
      <p:sp>
        <p:nvSpPr>
          <p:cNvPr id="6" name="Text 1">
            <a:extLst>
              <a:ext uri="{FF2B5EF4-FFF2-40B4-BE49-F238E27FC236}">
                <a16:creationId xmlns:a16="http://schemas.microsoft.com/office/drawing/2014/main" id="{EC1834BB-C337-DDF2-FE52-1DC856599179}"/>
              </a:ext>
            </a:extLst>
          </p:cNvPr>
          <p:cNvSpPr/>
          <p:nvPr/>
        </p:nvSpPr>
        <p:spPr>
          <a:xfrm>
            <a:off x="170481" y="1290485"/>
            <a:ext cx="5925519" cy="3022960"/>
          </a:xfrm>
          <a:prstGeom prst="rect">
            <a:avLst/>
          </a:prstGeom>
          <a:noFill/>
          <a:ln/>
        </p:spPr>
        <p:txBody>
          <a:bodyPr wrap="square" lIns="0" tIns="0" rIns="0" bIns="0" rtlCol="0" anchor="t"/>
          <a:lstStyle/>
          <a:p>
            <a:pPr marL="0" indent="0" algn="l">
              <a:lnSpc>
                <a:spcPts val="3000"/>
              </a:lnSpc>
              <a:buNone/>
            </a:pPr>
            <a:r>
              <a:rPr lang="en-US" dirty="0">
                <a:solidFill>
                  <a:srgbClr val="3A3630"/>
                </a:solidFill>
                <a:latin typeface="Source Sans Pro" pitchFamily="34" charset="0"/>
                <a:ea typeface="Source Sans Pro" pitchFamily="34" charset="-122"/>
                <a:cs typeface="Source Sans Pro" pitchFamily="34" charset="-120"/>
              </a:rPr>
              <a:t>The datasets used—APTOS, EyePACS, and Messidor—provide over 1900 fundus images annotated for diabetic retinopathy severity. To address class imbalance, a weighted loss function was applied during training, improving model performance across all severity levels. All images were standardized in resolution, color, and format to ensure consistent model input and enhance robustness.</a:t>
            </a:r>
            <a:endParaRPr lang="en-US" dirty="0"/>
          </a:p>
        </p:txBody>
      </p:sp>
      <p:sp>
        <p:nvSpPr>
          <p:cNvPr id="7" name="Text 2">
            <a:extLst>
              <a:ext uri="{FF2B5EF4-FFF2-40B4-BE49-F238E27FC236}">
                <a16:creationId xmlns:a16="http://schemas.microsoft.com/office/drawing/2014/main" id="{FBE1B14C-67E5-4A8A-93D4-D10E13CEFE5D}"/>
              </a:ext>
            </a:extLst>
          </p:cNvPr>
          <p:cNvSpPr/>
          <p:nvPr/>
        </p:nvSpPr>
        <p:spPr>
          <a:xfrm>
            <a:off x="6257961" y="1290485"/>
            <a:ext cx="5774999" cy="704017"/>
          </a:xfrm>
          <a:prstGeom prst="rect">
            <a:avLst/>
          </a:prstGeom>
          <a:noFill/>
          <a:ln/>
        </p:spPr>
        <p:txBody>
          <a:bodyPr wrap="square" lIns="0" tIns="0" rIns="0" bIns="0" rtlCol="0" anchor="t"/>
          <a:lstStyle/>
          <a:p>
            <a:pPr marL="342900" indent="-342900" algn="l">
              <a:lnSpc>
                <a:spcPts val="3000"/>
              </a:lnSpc>
              <a:buSzPct val="100000"/>
              <a:buChar char="•"/>
            </a:pPr>
            <a:r>
              <a:rPr lang="en-US" b="1" dirty="0">
                <a:solidFill>
                  <a:srgbClr val="3A3630"/>
                </a:solidFill>
                <a:latin typeface="Source Sans Pro" pitchFamily="34" charset="0"/>
                <a:ea typeface="Source Sans Pro" pitchFamily="34" charset="-122"/>
                <a:cs typeface="Source Sans Pro" pitchFamily="34" charset="-120"/>
              </a:rPr>
              <a:t>Class 0:</a:t>
            </a:r>
            <a:r>
              <a:rPr lang="en-US" dirty="0">
                <a:solidFill>
                  <a:srgbClr val="3A3630"/>
                </a:solidFill>
                <a:latin typeface="Source Sans Pro" pitchFamily="34" charset="0"/>
                <a:ea typeface="Source Sans Pro" pitchFamily="34" charset="-122"/>
                <a:cs typeface="Source Sans Pro" pitchFamily="34" charset="-120"/>
              </a:rPr>
              <a:t> No Diabetic Retinopathy (healthy fundus, no signs of disease</a:t>
            </a:r>
            <a:endParaRPr lang="en-US" dirty="0"/>
          </a:p>
        </p:txBody>
      </p:sp>
      <p:sp>
        <p:nvSpPr>
          <p:cNvPr id="8" name="Text 3">
            <a:extLst>
              <a:ext uri="{FF2B5EF4-FFF2-40B4-BE49-F238E27FC236}">
                <a16:creationId xmlns:a16="http://schemas.microsoft.com/office/drawing/2014/main" id="{43754144-D0F7-703C-FF62-B831E36E632E}"/>
              </a:ext>
            </a:extLst>
          </p:cNvPr>
          <p:cNvSpPr/>
          <p:nvPr/>
        </p:nvSpPr>
        <p:spPr>
          <a:xfrm>
            <a:off x="6257960" y="2166652"/>
            <a:ext cx="6273378" cy="383024"/>
          </a:xfrm>
          <a:prstGeom prst="rect">
            <a:avLst/>
          </a:prstGeom>
          <a:noFill/>
          <a:ln/>
        </p:spPr>
        <p:txBody>
          <a:bodyPr wrap="none" lIns="0" tIns="0" rIns="0" bIns="0" rtlCol="0" anchor="t"/>
          <a:lstStyle/>
          <a:p>
            <a:pPr marL="342900" indent="-342900" algn="l">
              <a:lnSpc>
                <a:spcPts val="3000"/>
              </a:lnSpc>
              <a:buSzPct val="100000"/>
              <a:buChar char="•"/>
            </a:pPr>
            <a:r>
              <a:rPr lang="en-US" sz="2000" b="1" dirty="0">
                <a:solidFill>
                  <a:srgbClr val="3A3630"/>
                </a:solidFill>
                <a:latin typeface="Source Sans Pro" pitchFamily="34" charset="0"/>
                <a:ea typeface="Source Sans Pro" pitchFamily="34" charset="-122"/>
                <a:cs typeface="Source Sans Pro" pitchFamily="34" charset="-120"/>
              </a:rPr>
              <a:t>Class 1:</a:t>
            </a:r>
            <a:r>
              <a:rPr lang="en-US" sz="2000" dirty="0">
                <a:solidFill>
                  <a:srgbClr val="3A3630"/>
                </a:solidFill>
                <a:latin typeface="Source Sans Pro" pitchFamily="34" charset="0"/>
                <a:ea typeface="Source Sans Pro" pitchFamily="34" charset="-122"/>
                <a:cs typeface="Source Sans Pro" pitchFamily="34" charset="-120"/>
              </a:rPr>
              <a:t> Mild DR (presence of microaneurysms </a:t>
            </a:r>
            <a:r>
              <a:rPr lang="en-US" dirty="0">
                <a:solidFill>
                  <a:srgbClr val="3A3630"/>
                </a:solidFill>
                <a:latin typeface="Source Sans Pro" pitchFamily="34" charset="0"/>
                <a:ea typeface="Source Sans Pro" pitchFamily="34" charset="-122"/>
                <a:cs typeface="Source Sans Pro" pitchFamily="34" charset="-120"/>
              </a:rPr>
              <a:t>only</a:t>
            </a:r>
            <a:r>
              <a:rPr lang="en-US" sz="2000" dirty="0">
                <a:solidFill>
                  <a:srgbClr val="3A3630"/>
                </a:solidFill>
                <a:latin typeface="Source Sans Pro" pitchFamily="34" charset="0"/>
                <a:ea typeface="Source Sans Pro" pitchFamily="34" charset="-122"/>
                <a:cs typeface="Source Sans Pro" pitchFamily="34" charset="-120"/>
              </a:rPr>
              <a:t>)</a:t>
            </a:r>
            <a:endParaRPr lang="en-US" sz="2000" dirty="0"/>
          </a:p>
        </p:txBody>
      </p:sp>
      <p:sp>
        <p:nvSpPr>
          <p:cNvPr id="9" name="Text 4">
            <a:extLst>
              <a:ext uri="{FF2B5EF4-FFF2-40B4-BE49-F238E27FC236}">
                <a16:creationId xmlns:a16="http://schemas.microsoft.com/office/drawing/2014/main" id="{B52FAE75-C94B-145F-8AAA-580C05AE4BA3}"/>
              </a:ext>
            </a:extLst>
          </p:cNvPr>
          <p:cNvSpPr/>
          <p:nvPr/>
        </p:nvSpPr>
        <p:spPr>
          <a:xfrm>
            <a:off x="6257960" y="2730321"/>
            <a:ext cx="5866983" cy="534982"/>
          </a:xfrm>
          <a:prstGeom prst="rect">
            <a:avLst/>
          </a:prstGeom>
          <a:noFill/>
          <a:ln/>
        </p:spPr>
        <p:txBody>
          <a:bodyPr wrap="square" lIns="0" tIns="0" rIns="0" bIns="0" rtlCol="0" anchor="t"/>
          <a:lstStyle/>
          <a:p>
            <a:pPr marL="342900" indent="-342900" algn="l">
              <a:lnSpc>
                <a:spcPts val="3000"/>
              </a:lnSpc>
              <a:buSzPct val="100000"/>
              <a:buChar char="•"/>
            </a:pPr>
            <a:r>
              <a:rPr lang="en-US" b="1" dirty="0">
                <a:solidFill>
                  <a:srgbClr val="3A3630"/>
                </a:solidFill>
                <a:latin typeface="Source Sans Pro" pitchFamily="34" charset="0"/>
                <a:ea typeface="Source Sans Pro" pitchFamily="34" charset="-122"/>
                <a:cs typeface="Source Sans Pro" pitchFamily="34" charset="-120"/>
              </a:rPr>
              <a:t>Class 2:</a:t>
            </a:r>
            <a:r>
              <a:rPr lang="en-US" dirty="0">
                <a:solidFill>
                  <a:srgbClr val="3A3630"/>
                </a:solidFill>
                <a:latin typeface="Source Sans Pro" pitchFamily="34" charset="0"/>
                <a:ea typeface="Source Sans Pro" pitchFamily="34" charset="-122"/>
                <a:cs typeface="Source Sans Pro" pitchFamily="34" charset="-120"/>
              </a:rPr>
              <a:t> Moderate DR (more than just microaneurysms but less than severe signs)</a:t>
            </a:r>
            <a:endParaRPr lang="en-US" dirty="0"/>
          </a:p>
        </p:txBody>
      </p:sp>
      <p:sp>
        <p:nvSpPr>
          <p:cNvPr id="10" name="Text 5">
            <a:extLst>
              <a:ext uri="{FF2B5EF4-FFF2-40B4-BE49-F238E27FC236}">
                <a16:creationId xmlns:a16="http://schemas.microsoft.com/office/drawing/2014/main" id="{66DE2BFC-F3F3-94EE-3D13-30637F09FEF2}"/>
              </a:ext>
            </a:extLst>
          </p:cNvPr>
          <p:cNvSpPr/>
          <p:nvPr/>
        </p:nvSpPr>
        <p:spPr>
          <a:xfrm>
            <a:off x="6257960" y="3565142"/>
            <a:ext cx="5381501" cy="584279"/>
          </a:xfrm>
          <a:prstGeom prst="rect">
            <a:avLst/>
          </a:prstGeom>
          <a:noFill/>
          <a:ln/>
        </p:spPr>
        <p:txBody>
          <a:bodyPr wrap="square" lIns="0" tIns="0" rIns="0" bIns="0" rtlCol="0" anchor="t"/>
          <a:lstStyle/>
          <a:p>
            <a:pPr marL="342900" indent="-342900" algn="l">
              <a:lnSpc>
                <a:spcPts val="3000"/>
              </a:lnSpc>
              <a:buSzPct val="100000"/>
              <a:buChar char="•"/>
            </a:pPr>
            <a:r>
              <a:rPr lang="en-US" b="1" dirty="0">
                <a:solidFill>
                  <a:srgbClr val="3A3630"/>
                </a:solidFill>
                <a:latin typeface="Source Sans Pro" pitchFamily="34" charset="0"/>
                <a:ea typeface="Source Sans Pro" pitchFamily="34" charset="-122"/>
                <a:cs typeface="Source Sans Pro" pitchFamily="34" charset="-120"/>
              </a:rPr>
              <a:t>Class 3:</a:t>
            </a:r>
            <a:r>
              <a:rPr lang="en-US" dirty="0">
                <a:solidFill>
                  <a:srgbClr val="3A3630"/>
                </a:solidFill>
                <a:latin typeface="Source Sans Pro" pitchFamily="34" charset="0"/>
                <a:ea typeface="Source Sans Pro" pitchFamily="34" charset="-122"/>
                <a:cs typeface="Source Sans Pro" pitchFamily="34" charset="-120"/>
              </a:rPr>
              <a:t> Severe DR (extensive hemorrhages, venous beading, and intraretinal microvascular abnormalities)</a:t>
            </a:r>
            <a:endParaRPr lang="en-US" dirty="0"/>
          </a:p>
        </p:txBody>
      </p:sp>
      <p:sp>
        <p:nvSpPr>
          <p:cNvPr id="11" name="Text 6">
            <a:extLst>
              <a:ext uri="{FF2B5EF4-FFF2-40B4-BE49-F238E27FC236}">
                <a16:creationId xmlns:a16="http://schemas.microsoft.com/office/drawing/2014/main" id="{A19D90D2-4937-A0E1-2117-19A2F5680A77}"/>
              </a:ext>
            </a:extLst>
          </p:cNvPr>
          <p:cNvSpPr/>
          <p:nvPr/>
        </p:nvSpPr>
        <p:spPr>
          <a:xfrm>
            <a:off x="6257960" y="4933425"/>
            <a:ext cx="5775000" cy="704017"/>
          </a:xfrm>
          <a:prstGeom prst="rect">
            <a:avLst/>
          </a:prstGeom>
          <a:noFill/>
          <a:ln/>
        </p:spPr>
        <p:txBody>
          <a:bodyPr wrap="square" lIns="0" tIns="0" rIns="0" bIns="0" rtlCol="0" anchor="t"/>
          <a:lstStyle/>
          <a:p>
            <a:pPr marL="342900" indent="-342900">
              <a:lnSpc>
                <a:spcPts val="3000"/>
              </a:lnSpc>
              <a:buSzPct val="100000"/>
              <a:buChar char="•"/>
            </a:pPr>
            <a:r>
              <a:rPr lang="en-US" b="1" dirty="0">
                <a:solidFill>
                  <a:srgbClr val="3A3630"/>
                </a:solidFill>
                <a:latin typeface="Source Sans Pro" pitchFamily="34" charset="0"/>
                <a:ea typeface="Source Sans Pro" pitchFamily="34" charset="-122"/>
                <a:cs typeface="Source Sans Pro" pitchFamily="34" charset="-120"/>
              </a:rPr>
              <a:t>Class 4:</a:t>
            </a:r>
            <a:r>
              <a:rPr lang="en-US" dirty="0">
                <a:solidFill>
                  <a:srgbClr val="3A3630"/>
                </a:solidFill>
                <a:latin typeface="Source Sans Pro" pitchFamily="34" charset="0"/>
                <a:ea typeface="Source Sans Pro" pitchFamily="34" charset="-122"/>
                <a:cs typeface="Source Sans Pro" pitchFamily="34" charset="-120"/>
              </a:rPr>
              <a:t> Proliferative DR (neovascularization and) potential vision loss risk</a:t>
            </a:r>
            <a:endParaRPr lang="en-US" dirty="0"/>
          </a:p>
        </p:txBody>
      </p:sp>
    </p:spTree>
    <p:extLst>
      <p:ext uri="{BB962C8B-B14F-4D97-AF65-F5344CB8AC3E}">
        <p14:creationId xmlns:p14="http://schemas.microsoft.com/office/powerpoint/2010/main" val="4061399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339AA1-D971-07A0-DE86-BAC7F074D8BD}"/>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C6A2A99B-13BB-AC59-1839-1E1002404FF4}"/>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5FE7EC85-D76B-5CBC-B6CE-0EB2BB888098}"/>
              </a:ext>
            </a:extLst>
          </p:cNvPr>
          <p:cNvSpPr>
            <a:spLocks noGrp="1"/>
          </p:cNvSpPr>
          <p:nvPr>
            <p:ph type="sldNum" sz="quarter" idx="12"/>
          </p:nvPr>
        </p:nvSpPr>
        <p:spPr/>
        <p:txBody>
          <a:bodyPr/>
          <a:lstStyle/>
          <a:p>
            <a:fld id="{CC057153-B650-4DEB-B370-79DDCFDCE934}" type="slidenum">
              <a:rPr lang="en-US" smtClean="0"/>
              <a:t>12</a:t>
            </a:fld>
            <a:endParaRPr lang="en-US" dirty="0"/>
          </a:p>
        </p:txBody>
      </p:sp>
      <p:pic>
        <p:nvPicPr>
          <p:cNvPr id="6" name="Picture 5">
            <a:extLst>
              <a:ext uri="{FF2B5EF4-FFF2-40B4-BE49-F238E27FC236}">
                <a16:creationId xmlns:a16="http://schemas.microsoft.com/office/drawing/2014/main" id="{2892430D-86F3-762C-B2C3-BE05CC24E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 y="1325880"/>
            <a:ext cx="10078720" cy="4206240"/>
          </a:xfrm>
          <a:prstGeom prst="rect">
            <a:avLst/>
          </a:prstGeom>
        </p:spPr>
      </p:pic>
      <p:sp>
        <p:nvSpPr>
          <p:cNvPr id="7" name="TextBox 6">
            <a:extLst>
              <a:ext uri="{FF2B5EF4-FFF2-40B4-BE49-F238E27FC236}">
                <a16:creationId xmlns:a16="http://schemas.microsoft.com/office/drawing/2014/main" id="{81C0C7C2-2710-BD32-6EDF-02EBA69F9A1F}"/>
              </a:ext>
            </a:extLst>
          </p:cNvPr>
          <p:cNvSpPr txBox="1"/>
          <p:nvPr/>
        </p:nvSpPr>
        <p:spPr>
          <a:xfrm>
            <a:off x="629920" y="494776"/>
            <a:ext cx="7172960" cy="769441"/>
          </a:xfrm>
          <a:prstGeom prst="rect">
            <a:avLst/>
          </a:prstGeom>
          <a:noFill/>
        </p:spPr>
        <p:txBody>
          <a:bodyPr wrap="square" rtlCol="0">
            <a:spAutoFit/>
          </a:bodyPr>
          <a:lstStyle/>
          <a:p>
            <a:r>
              <a:rPr lang="en-IN" sz="4400" b="1" dirty="0"/>
              <a:t>Model Architecture:</a:t>
            </a:r>
          </a:p>
        </p:txBody>
      </p:sp>
    </p:spTree>
    <p:extLst>
      <p:ext uri="{BB962C8B-B14F-4D97-AF65-F5344CB8AC3E}">
        <p14:creationId xmlns:p14="http://schemas.microsoft.com/office/powerpoint/2010/main" val="3577032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E46D8-075E-38A8-82E6-66432CE524A4}"/>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38DAB06E-00CD-53F0-74C5-5326693AF32F}"/>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0AE8BFE6-DFE9-D89A-E949-2E5BC1116C83}"/>
              </a:ext>
            </a:extLst>
          </p:cNvPr>
          <p:cNvSpPr>
            <a:spLocks noGrp="1"/>
          </p:cNvSpPr>
          <p:nvPr>
            <p:ph type="sldNum" sz="quarter" idx="12"/>
          </p:nvPr>
        </p:nvSpPr>
        <p:spPr/>
        <p:txBody>
          <a:bodyPr/>
          <a:lstStyle/>
          <a:p>
            <a:fld id="{CC057153-B650-4DEB-B370-79DDCFDCE934}" type="slidenum">
              <a:rPr lang="en-US" smtClean="0"/>
              <a:t>13</a:t>
            </a:fld>
            <a:endParaRPr lang="en-US" dirty="0"/>
          </a:p>
        </p:txBody>
      </p:sp>
      <p:pic>
        <p:nvPicPr>
          <p:cNvPr id="6" name="Picture 5">
            <a:extLst>
              <a:ext uri="{FF2B5EF4-FFF2-40B4-BE49-F238E27FC236}">
                <a16:creationId xmlns:a16="http://schemas.microsoft.com/office/drawing/2014/main" id="{C40F79D7-C023-1358-8726-288EA3812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02" y="1265463"/>
            <a:ext cx="11689237" cy="5003362"/>
          </a:xfrm>
          <a:prstGeom prst="rect">
            <a:avLst/>
          </a:prstGeom>
        </p:spPr>
      </p:pic>
      <p:sp>
        <p:nvSpPr>
          <p:cNvPr id="7" name="TextBox 6">
            <a:extLst>
              <a:ext uri="{FF2B5EF4-FFF2-40B4-BE49-F238E27FC236}">
                <a16:creationId xmlns:a16="http://schemas.microsoft.com/office/drawing/2014/main" id="{5283D110-67F8-DEA1-68FE-1644D34964E1}"/>
              </a:ext>
            </a:extLst>
          </p:cNvPr>
          <p:cNvSpPr txBox="1"/>
          <p:nvPr/>
        </p:nvSpPr>
        <p:spPr>
          <a:xfrm>
            <a:off x="196596" y="155294"/>
            <a:ext cx="8288593" cy="923330"/>
          </a:xfrm>
          <a:prstGeom prst="rect">
            <a:avLst/>
          </a:prstGeom>
          <a:noFill/>
        </p:spPr>
        <p:txBody>
          <a:bodyPr wrap="square" rtlCol="0">
            <a:spAutoFit/>
          </a:bodyPr>
          <a:lstStyle/>
          <a:p>
            <a:r>
              <a:rPr lang="en-IN" sz="5400" b="1" dirty="0"/>
              <a:t>Training process</a:t>
            </a:r>
          </a:p>
        </p:txBody>
      </p:sp>
    </p:spTree>
    <p:extLst>
      <p:ext uri="{BB962C8B-B14F-4D97-AF65-F5344CB8AC3E}">
        <p14:creationId xmlns:p14="http://schemas.microsoft.com/office/powerpoint/2010/main" val="3684998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4B07A7-FAA3-05F7-3CB2-F1468CA78F44}"/>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138DAB03-1E7A-6BB7-B3D4-D3BA3A060A7B}"/>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3365B798-E688-67F7-46F9-97F2FB05D954}"/>
              </a:ext>
            </a:extLst>
          </p:cNvPr>
          <p:cNvSpPr>
            <a:spLocks noGrp="1"/>
          </p:cNvSpPr>
          <p:nvPr>
            <p:ph type="sldNum" sz="quarter" idx="12"/>
          </p:nvPr>
        </p:nvSpPr>
        <p:spPr/>
        <p:txBody>
          <a:bodyPr/>
          <a:lstStyle/>
          <a:p>
            <a:fld id="{CC057153-B650-4DEB-B370-79DDCFDCE934}" type="slidenum">
              <a:rPr lang="en-US" smtClean="0"/>
              <a:t>14</a:t>
            </a:fld>
            <a:endParaRPr lang="en-US" dirty="0"/>
          </a:p>
        </p:txBody>
      </p:sp>
      <p:sp>
        <p:nvSpPr>
          <p:cNvPr id="5" name="Text 0">
            <a:extLst>
              <a:ext uri="{FF2B5EF4-FFF2-40B4-BE49-F238E27FC236}">
                <a16:creationId xmlns:a16="http://schemas.microsoft.com/office/drawing/2014/main" id="{4440C466-D9CE-255B-62F0-3584A28CEE2D}"/>
              </a:ext>
            </a:extLst>
          </p:cNvPr>
          <p:cNvSpPr/>
          <p:nvPr/>
        </p:nvSpPr>
        <p:spPr>
          <a:xfrm>
            <a:off x="254363" y="0"/>
            <a:ext cx="4838338" cy="704017"/>
          </a:xfrm>
          <a:prstGeom prst="rect">
            <a:avLst/>
          </a:prstGeom>
          <a:noFill/>
          <a:ln/>
        </p:spPr>
        <p:txBody>
          <a:bodyPr wrap="none" lIns="0" tIns="0" rIns="0" bIns="0" rtlCol="0" anchor="t"/>
          <a:lstStyle/>
          <a:p>
            <a:pPr marL="0" indent="0" algn="l">
              <a:lnSpc>
                <a:spcPts val="5500"/>
              </a:lnSpc>
              <a:buNone/>
            </a:pPr>
            <a:r>
              <a:rPr lang="en-US" sz="4400" kern="0" spc="-89" dirty="0">
                <a:solidFill>
                  <a:srgbClr val="D73AD7"/>
                </a:solidFill>
                <a:latin typeface="Source Serif Pro Semi Bold" pitchFamily="34" charset="0"/>
                <a:ea typeface="Source Serif Pro Semi Bold" pitchFamily="34" charset="-122"/>
                <a:cs typeface="Source Serif Pro Semi Bold" pitchFamily="34" charset="-120"/>
              </a:rPr>
              <a:t>Detection and Results</a:t>
            </a:r>
            <a:endParaRPr lang="en-US" sz="4400" dirty="0"/>
          </a:p>
        </p:txBody>
      </p:sp>
      <p:sp>
        <p:nvSpPr>
          <p:cNvPr id="6" name="Text 1">
            <a:extLst>
              <a:ext uri="{FF2B5EF4-FFF2-40B4-BE49-F238E27FC236}">
                <a16:creationId xmlns:a16="http://schemas.microsoft.com/office/drawing/2014/main" id="{7A0FB1F5-E274-1814-E9CA-53ACE57B5AB6}"/>
              </a:ext>
            </a:extLst>
          </p:cNvPr>
          <p:cNvSpPr/>
          <p:nvPr/>
        </p:nvSpPr>
        <p:spPr>
          <a:xfrm>
            <a:off x="733439" y="1484440"/>
            <a:ext cx="2002650" cy="351949"/>
          </a:xfrm>
          <a:prstGeom prst="rect">
            <a:avLst/>
          </a:prstGeom>
          <a:noFill/>
          <a:ln/>
        </p:spPr>
        <p:txBody>
          <a:bodyPr wrap="none" lIns="0" tIns="0" rIns="0" bIns="0" rtlCol="0" anchor="t"/>
          <a:lstStyle/>
          <a:p>
            <a:pPr marL="0" indent="0" algn="l">
              <a:lnSpc>
                <a:spcPts val="2750"/>
              </a:lnSpc>
              <a:buNone/>
            </a:pPr>
            <a:r>
              <a:rPr lang="en-US" sz="2200" b="1" kern="0" spc="-44" dirty="0">
                <a:solidFill>
                  <a:srgbClr val="D73AD7"/>
                </a:solidFill>
                <a:latin typeface="Source Serif Pro Semi Bold" pitchFamily="34" charset="0"/>
                <a:ea typeface="Source Serif Pro Semi Bold" pitchFamily="34" charset="-122"/>
                <a:cs typeface="Source Serif Pro Semi Bold" pitchFamily="34" charset="-120"/>
              </a:rPr>
              <a:t>Performance Metrics</a:t>
            </a:r>
            <a:endParaRPr lang="en-US" sz="2200" b="1" dirty="0"/>
          </a:p>
        </p:txBody>
      </p:sp>
      <p:sp>
        <p:nvSpPr>
          <p:cNvPr id="7" name="Text 2">
            <a:extLst>
              <a:ext uri="{FF2B5EF4-FFF2-40B4-BE49-F238E27FC236}">
                <a16:creationId xmlns:a16="http://schemas.microsoft.com/office/drawing/2014/main" id="{4A94E5FE-BB99-2979-5E9C-544F258E87DE}"/>
              </a:ext>
            </a:extLst>
          </p:cNvPr>
          <p:cNvSpPr/>
          <p:nvPr/>
        </p:nvSpPr>
        <p:spPr>
          <a:xfrm>
            <a:off x="13716" y="1855764"/>
            <a:ext cx="4529468" cy="383024"/>
          </a:xfrm>
          <a:prstGeom prst="rect">
            <a:avLst/>
          </a:prstGeom>
          <a:noFill/>
          <a:ln/>
        </p:spPr>
        <p:txBody>
          <a:bodyPr wrap="none" lIns="0" tIns="0" rIns="0" bIns="0" rtlCol="0" anchor="t"/>
          <a:lstStyle/>
          <a:p>
            <a:pPr marL="342900" indent="-342900" algn="l">
              <a:lnSpc>
                <a:spcPts val="3000"/>
              </a:lnSpc>
              <a:buSzPct val="100000"/>
              <a:buChar char="•"/>
            </a:pPr>
            <a:r>
              <a:rPr lang="en-US" sz="1850" b="1" kern="0" spc="-38" dirty="0">
                <a:solidFill>
                  <a:srgbClr val="272525"/>
                </a:solidFill>
                <a:latin typeface="Source Sans Pro" pitchFamily="34" charset="0"/>
                <a:ea typeface="Source Sans Pro" pitchFamily="34" charset="-122"/>
                <a:cs typeface="Source Sans Pro" pitchFamily="34" charset="-120"/>
              </a:rPr>
              <a:t>Accuracy: </a:t>
            </a:r>
            <a:r>
              <a:rPr lang="en-US" sz="1850" kern="0" spc="-38" dirty="0">
                <a:solidFill>
                  <a:srgbClr val="272525"/>
                </a:solidFill>
                <a:latin typeface="Source Sans Pro" pitchFamily="34" charset="0"/>
                <a:ea typeface="Source Sans Pro" pitchFamily="34" charset="-122"/>
                <a:cs typeface="Source Sans Pro" pitchFamily="34" charset="-120"/>
              </a:rPr>
              <a:t>overall correctness of the model.</a:t>
            </a:r>
          </a:p>
          <a:p>
            <a:pPr marL="342900" indent="-342900" algn="l">
              <a:lnSpc>
                <a:spcPts val="3000"/>
              </a:lnSpc>
              <a:buSzPct val="100000"/>
              <a:buChar char="•"/>
            </a:pPr>
            <a:endParaRPr lang="en-US" sz="1850" dirty="0"/>
          </a:p>
        </p:txBody>
      </p:sp>
      <p:sp>
        <p:nvSpPr>
          <p:cNvPr id="8" name="Text 3">
            <a:extLst>
              <a:ext uri="{FF2B5EF4-FFF2-40B4-BE49-F238E27FC236}">
                <a16:creationId xmlns:a16="http://schemas.microsoft.com/office/drawing/2014/main" id="{68ED25FE-7B74-7B94-1809-5DAE07656E01}"/>
              </a:ext>
            </a:extLst>
          </p:cNvPr>
          <p:cNvSpPr/>
          <p:nvPr/>
        </p:nvSpPr>
        <p:spPr>
          <a:xfrm>
            <a:off x="15498" y="2190051"/>
            <a:ext cx="3985001" cy="383024"/>
          </a:xfrm>
          <a:prstGeom prst="rect">
            <a:avLst/>
          </a:prstGeom>
          <a:noFill/>
          <a:ln/>
        </p:spPr>
        <p:txBody>
          <a:bodyPr wrap="none" lIns="0" tIns="0" rIns="0" bIns="0" rtlCol="0" anchor="t"/>
          <a:lstStyle/>
          <a:p>
            <a:pPr marL="342900" indent="-342900" algn="l">
              <a:lnSpc>
                <a:spcPts val="3000"/>
              </a:lnSpc>
              <a:buSzPct val="100000"/>
              <a:buChar char="•"/>
            </a:pPr>
            <a:r>
              <a:rPr lang="en-US" sz="1850" b="1" kern="0" spc="-38" dirty="0">
                <a:solidFill>
                  <a:srgbClr val="272525"/>
                </a:solidFill>
                <a:latin typeface="Source Sans Pro" pitchFamily="34" charset="0"/>
                <a:ea typeface="Source Sans Pro" pitchFamily="34" charset="-122"/>
                <a:cs typeface="Source Sans Pro" pitchFamily="34" charset="-120"/>
              </a:rPr>
              <a:t>Precision: </a:t>
            </a:r>
            <a:r>
              <a:rPr lang="en-US" sz="1850" kern="0" spc="-38" dirty="0">
                <a:solidFill>
                  <a:srgbClr val="272525"/>
                </a:solidFill>
                <a:latin typeface="Source Sans Pro" pitchFamily="34" charset="0"/>
                <a:ea typeface="Source Sans Pro" pitchFamily="34" charset="-122"/>
                <a:cs typeface="Source Sans Pro" pitchFamily="34" charset="-120"/>
              </a:rPr>
              <a:t>accuracy of DR predictions.</a:t>
            </a:r>
            <a:endParaRPr lang="en-US" sz="1850" dirty="0"/>
          </a:p>
        </p:txBody>
      </p:sp>
      <p:sp>
        <p:nvSpPr>
          <p:cNvPr id="9" name="Text 4">
            <a:extLst>
              <a:ext uri="{FF2B5EF4-FFF2-40B4-BE49-F238E27FC236}">
                <a16:creationId xmlns:a16="http://schemas.microsoft.com/office/drawing/2014/main" id="{42180F2D-3F9D-0DD8-0212-07C3189DBE49}"/>
              </a:ext>
            </a:extLst>
          </p:cNvPr>
          <p:cNvSpPr/>
          <p:nvPr/>
        </p:nvSpPr>
        <p:spPr>
          <a:xfrm>
            <a:off x="13716" y="2480588"/>
            <a:ext cx="3692901" cy="399707"/>
          </a:xfrm>
          <a:prstGeom prst="rect">
            <a:avLst/>
          </a:prstGeom>
          <a:noFill/>
          <a:ln/>
        </p:spPr>
        <p:txBody>
          <a:bodyPr wrap="none" lIns="0" tIns="0" rIns="0" bIns="0" rtlCol="0" anchor="t"/>
          <a:lstStyle/>
          <a:p>
            <a:pPr marL="342900" indent="-342900" algn="l">
              <a:lnSpc>
                <a:spcPts val="3000"/>
              </a:lnSpc>
              <a:buSzPct val="100000"/>
              <a:buChar char="•"/>
            </a:pPr>
            <a:r>
              <a:rPr lang="en-US" sz="1850" b="1" kern="0" spc="-38" dirty="0">
                <a:solidFill>
                  <a:srgbClr val="272525"/>
                </a:solidFill>
                <a:latin typeface="Source Sans Pro" pitchFamily="34" charset="0"/>
                <a:ea typeface="Source Sans Pro" pitchFamily="34" charset="-122"/>
                <a:cs typeface="Source Sans Pro" pitchFamily="34" charset="-120"/>
              </a:rPr>
              <a:t>Recall: </a:t>
            </a:r>
            <a:r>
              <a:rPr lang="en-US" sz="1850" kern="0" spc="-38" dirty="0">
                <a:solidFill>
                  <a:srgbClr val="272525"/>
                </a:solidFill>
                <a:latin typeface="Source Sans Pro" pitchFamily="34" charset="0"/>
                <a:ea typeface="Source Sans Pro" pitchFamily="34" charset="-122"/>
                <a:cs typeface="Source Sans Pro" pitchFamily="34" charset="-120"/>
              </a:rPr>
              <a:t>Ability to detect all Dr cases.</a:t>
            </a:r>
            <a:r>
              <a:rPr lang="en-US" sz="1850" b="1" kern="0" spc="-38" dirty="0">
                <a:solidFill>
                  <a:srgbClr val="272525"/>
                </a:solidFill>
                <a:latin typeface="Source Sans Pro" pitchFamily="34" charset="0"/>
                <a:ea typeface="Source Sans Pro" pitchFamily="34" charset="-122"/>
                <a:cs typeface="Source Sans Pro" pitchFamily="34" charset="-120"/>
              </a:rPr>
              <a:t> </a:t>
            </a:r>
            <a:endParaRPr lang="en-US" sz="1850" b="1" dirty="0"/>
          </a:p>
        </p:txBody>
      </p:sp>
      <p:sp>
        <p:nvSpPr>
          <p:cNvPr id="10" name="Text 5">
            <a:extLst>
              <a:ext uri="{FF2B5EF4-FFF2-40B4-BE49-F238E27FC236}">
                <a16:creationId xmlns:a16="http://schemas.microsoft.com/office/drawing/2014/main" id="{C55DBBBC-9F91-6A0D-0D96-03692B9DB1CA}"/>
              </a:ext>
            </a:extLst>
          </p:cNvPr>
          <p:cNvSpPr/>
          <p:nvPr/>
        </p:nvSpPr>
        <p:spPr>
          <a:xfrm>
            <a:off x="13716" y="2802210"/>
            <a:ext cx="3858001" cy="351949"/>
          </a:xfrm>
          <a:prstGeom prst="rect">
            <a:avLst/>
          </a:prstGeom>
          <a:noFill/>
          <a:ln/>
        </p:spPr>
        <p:txBody>
          <a:bodyPr wrap="none" lIns="0" tIns="0" rIns="0" bIns="0" rtlCol="0" anchor="t"/>
          <a:lstStyle/>
          <a:p>
            <a:pPr marL="342900" indent="-342900" algn="l">
              <a:lnSpc>
                <a:spcPts val="3000"/>
              </a:lnSpc>
              <a:buSzPct val="100000"/>
              <a:buChar char="•"/>
            </a:pPr>
            <a:r>
              <a:rPr lang="en-US" sz="1850" b="1" kern="0" spc="-38" dirty="0">
                <a:solidFill>
                  <a:srgbClr val="272525"/>
                </a:solidFill>
                <a:latin typeface="Source Sans Pro" pitchFamily="34" charset="0"/>
                <a:ea typeface="Source Sans Pro" pitchFamily="34" charset="-122"/>
                <a:cs typeface="Source Sans Pro" pitchFamily="34" charset="-120"/>
              </a:rPr>
              <a:t>F1-score: </a:t>
            </a:r>
            <a:r>
              <a:rPr lang="en-US" sz="1850" kern="0" spc="-38" dirty="0">
                <a:solidFill>
                  <a:srgbClr val="272525"/>
                </a:solidFill>
                <a:latin typeface="Source Sans Pro" pitchFamily="34" charset="0"/>
                <a:ea typeface="Source Sans Pro" pitchFamily="34" charset="-122"/>
                <a:cs typeface="Source Sans Pro" pitchFamily="34" charset="-120"/>
              </a:rPr>
              <a:t>Balance between precision </a:t>
            </a:r>
          </a:p>
          <a:p>
            <a:pPr algn="l">
              <a:lnSpc>
                <a:spcPts val="3000"/>
              </a:lnSpc>
              <a:buSzPct val="100000"/>
            </a:pPr>
            <a:r>
              <a:rPr lang="en-US" sz="1850" kern="0" spc="-38" dirty="0">
                <a:solidFill>
                  <a:srgbClr val="272525"/>
                </a:solidFill>
                <a:latin typeface="Source Sans Pro" pitchFamily="34" charset="0"/>
                <a:ea typeface="Source Sans Pro" pitchFamily="34" charset="-122"/>
              </a:rPr>
              <a:t>                                                         and recall.</a:t>
            </a:r>
            <a:endParaRPr lang="en-US" sz="1850" dirty="0"/>
          </a:p>
        </p:txBody>
      </p:sp>
      <p:sp>
        <p:nvSpPr>
          <p:cNvPr id="11" name="Text 6">
            <a:extLst>
              <a:ext uri="{FF2B5EF4-FFF2-40B4-BE49-F238E27FC236}">
                <a16:creationId xmlns:a16="http://schemas.microsoft.com/office/drawing/2014/main" id="{BE98DA1F-67ED-9E30-9395-AF3F276F82F9}"/>
              </a:ext>
            </a:extLst>
          </p:cNvPr>
          <p:cNvSpPr/>
          <p:nvPr/>
        </p:nvSpPr>
        <p:spPr>
          <a:xfrm>
            <a:off x="4648260" y="1453365"/>
            <a:ext cx="2002650" cy="383024"/>
          </a:xfrm>
          <a:prstGeom prst="rect">
            <a:avLst/>
          </a:prstGeom>
          <a:noFill/>
          <a:ln/>
        </p:spPr>
        <p:txBody>
          <a:bodyPr wrap="none" lIns="0" tIns="0" rIns="0" bIns="0" rtlCol="0" anchor="t"/>
          <a:lstStyle/>
          <a:p>
            <a:pPr marL="0" indent="0" algn="l">
              <a:lnSpc>
                <a:spcPts val="2750"/>
              </a:lnSpc>
              <a:buNone/>
            </a:pPr>
            <a:r>
              <a:rPr lang="en-US" sz="2200" b="1" kern="0" spc="-44" dirty="0">
                <a:solidFill>
                  <a:srgbClr val="D73AD7"/>
                </a:solidFill>
                <a:latin typeface="Source Serif Pro Semi Bold" pitchFamily="34" charset="0"/>
                <a:ea typeface="Source Serif Pro Semi Bold" pitchFamily="34" charset="-122"/>
                <a:cs typeface="Source Serif Pro Semi Bold" pitchFamily="34" charset="-120"/>
              </a:rPr>
              <a:t>Sample Output</a:t>
            </a:r>
            <a:endParaRPr lang="en-US" sz="2200" b="1" dirty="0"/>
          </a:p>
        </p:txBody>
      </p:sp>
      <p:sp>
        <p:nvSpPr>
          <p:cNvPr id="12" name="Text 7">
            <a:extLst>
              <a:ext uri="{FF2B5EF4-FFF2-40B4-BE49-F238E27FC236}">
                <a16:creationId xmlns:a16="http://schemas.microsoft.com/office/drawing/2014/main" id="{30EF4580-9837-A542-90AA-9B9069823BBB}"/>
              </a:ext>
            </a:extLst>
          </p:cNvPr>
          <p:cNvSpPr/>
          <p:nvPr/>
        </p:nvSpPr>
        <p:spPr>
          <a:xfrm>
            <a:off x="4543184" y="1888160"/>
            <a:ext cx="2876271" cy="592428"/>
          </a:xfrm>
          <a:prstGeom prst="rect">
            <a:avLst/>
          </a:prstGeom>
          <a:noFill/>
          <a:ln/>
        </p:spPr>
        <p:txBody>
          <a:bodyPr wrap="none" lIns="0" tIns="0" rIns="0" bIns="0" rtlCol="0" anchor="t"/>
          <a:lstStyle/>
          <a:p>
            <a:pPr marL="0" indent="0" algn="l">
              <a:lnSpc>
                <a:spcPts val="3000"/>
              </a:lnSpc>
              <a:buNone/>
            </a:pPr>
            <a:r>
              <a:rPr lang="en-US" sz="1850" kern="0" spc="-38" dirty="0">
                <a:solidFill>
                  <a:srgbClr val="272525"/>
                </a:solidFill>
                <a:latin typeface="Source Sans Pro" pitchFamily="34" charset="0"/>
                <a:ea typeface="Source Sans Pro" pitchFamily="34" charset="-122"/>
                <a:cs typeface="Source Sans Pro" pitchFamily="34" charset="-120"/>
              </a:rPr>
              <a:t>Healthy vs. Diseased eye detection.</a:t>
            </a:r>
            <a:endParaRPr lang="en-US" sz="1850" dirty="0"/>
          </a:p>
        </p:txBody>
      </p:sp>
      <p:sp>
        <p:nvSpPr>
          <p:cNvPr id="13" name="Text 8">
            <a:extLst>
              <a:ext uri="{FF2B5EF4-FFF2-40B4-BE49-F238E27FC236}">
                <a16:creationId xmlns:a16="http://schemas.microsoft.com/office/drawing/2014/main" id="{630141EA-CE1F-7650-71AD-2CC4B7A2BA24}"/>
              </a:ext>
            </a:extLst>
          </p:cNvPr>
          <p:cNvSpPr/>
          <p:nvPr/>
        </p:nvSpPr>
        <p:spPr>
          <a:xfrm>
            <a:off x="8373250" y="1515959"/>
            <a:ext cx="2002650" cy="351949"/>
          </a:xfrm>
          <a:prstGeom prst="rect">
            <a:avLst/>
          </a:prstGeom>
          <a:noFill/>
          <a:ln/>
        </p:spPr>
        <p:txBody>
          <a:bodyPr wrap="none" lIns="0" tIns="0" rIns="0" bIns="0" rtlCol="0" anchor="t"/>
          <a:lstStyle/>
          <a:p>
            <a:pPr marL="0" indent="0" algn="l">
              <a:lnSpc>
                <a:spcPts val="2750"/>
              </a:lnSpc>
              <a:buNone/>
            </a:pPr>
            <a:r>
              <a:rPr lang="en-US" sz="2200" b="1" kern="0" spc="-44" dirty="0">
                <a:solidFill>
                  <a:srgbClr val="D73AD7"/>
                </a:solidFill>
                <a:latin typeface="Source Serif Pro Semi Bold" pitchFamily="34" charset="0"/>
                <a:ea typeface="Source Serif Pro Semi Bold" pitchFamily="34" charset="-122"/>
                <a:cs typeface="Source Serif Pro Semi Bold" pitchFamily="34" charset="-120"/>
              </a:rPr>
              <a:t>Confusion Matrix</a:t>
            </a:r>
            <a:endParaRPr lang="en-US" sz="2200" b="1" dirty="0"/>
          </a:p>
        </p:txBody>
      </p:sp>
      <p:sp>
        <p:nvSpPr>
          <p:cNvPr id="14" name="Text 9">
            <a:extLst>
              <a:ext uri="{FF2B5EF4-FFF2-40B4-BE49-F238E27FC236}">
                <a16:creationId xmlns:a16="http://schemas.microsoft.com/office/drawing/2014/main" id="{D403C5BD-0C8E-4B1D-70BE-6D559638191D}"/>
              </a:ext>
            </a:extLst>
          </p:cNvPr>
          <p:cNvSpPr/>
          <p:nvPr/>
        </p:nvSpPr>
        <p:spPr>
          <a:xfrm>
            <a:off x="7946915" y="1888159"/>
            <a:ext cx="4229587" cy="3101933"/>
          </a:xfrm>
          <a:prstGeom prst="rect">
            <a:avLst/>
          </a:prstGeom>
          <a:noFill/>
          <a:ln/>
        </p:spPr>
        <p:txBody>
          <a:bodyPr wrap="none" lIns="0" tIns="0" rIns="0" bIns="0" rtlCol="0" anchor="t"/>
          <a:lstStyle/>
          <a:p>
            <a:pPr marL="0" indent="0" algn="l">
              <a:lnSpc>
                <a:spcPts val="3000"/>
              </a:lnSpc>
              <a:buNone/>
            </a:pPr>
            <a:r>
              <a:rPr lang="en-US" sz="1850" kern="0" spc="-38" dirty="0">
                <a:solidFill>
                  <a:srgbClr val="272525"/>
                </a:solidFill>
                <a:latin typeface="Source Sans Pro" pitchFamily="34" charset="0"/>
                <a:ea typeface="Source Sans Pro" pitchFamily="34" charset="-122"/>
                <a:cs typeface="Source Sans Pro" pitchFamily="34" charset="-120"/>
              </a:rPr>
              <a:t>Visualize classification performance</a:t>
            </a:r>
          </a:p>
          <a:p>
            <a:pPr marL="342900" indent="-342900" algn="l">
              <a:lnSpc>
                <a:spcPts val="3000"/>
              </a:lnSpc>
              <a:buFont typeface="Arial" panose="020B0604020202020204" pitchFamily="34" charset="0"/>
              <a:buChar char="•"/>
            </a:pPr>
            <a:r>
              <a:rPr lang="en-US" sz="1850" b="1" kern="0" spc="-38" dirty="0">
                <a:solidFill>
                  <a:srgbClr val="272525"/>
                </a:solidFill>
                <a:latin typeface="Source Sans Pro" pitchFamily="34" charset="0"/>
                <a:ea typeface="Source Sans Pro" pitchFamily="34" charset="-122"/>
                <a:cs typeface="Source Sans Pro" pitchFamily="34" charset="-120"/>
              </a:rPr>
              <a:t>True positive(TP): </a:t>
            </a:r>
            <a:r>
              <a:rPr lang="en-US" sz="1850" kern="0" spc="-38" dirty="0">
                <a:solidFill>
                  <a:srgbClr val="272525"/>
                </a:solidFill>
                <a:latin typeface="Source Sans Pro" pitchFamily="34" charset="0"/>
                <a:ea typeface="Source Sans Pro" pitchFamily="34" charset="-122"/>
                <a:cs typeface="Source Sans Pro" pitchFamily="34" charset="-120"/>
              </a:rPr>
              <a:t>correctly identified </a:t>
            </a:r>
          </a:p>
          <a:p>
            <a:pPr marL="342900" indent="-342900" algn="l">
              <a:lnSpc>
                <a:spcPts val="3000"/>
              </a:lnSpc>
              <a:buFont typeface="Arial" panose="020B0604020202020204" pitchFamily="34" charset="0"/>
              <a:buChar char="•"/>
            </a:pPr>
            <a:r>
              <a:rPr lang="en-US" sz="1850" kern="0" spc="-38" dirty="0">
                <a:solidFill>
                  <a:srgbClr val="272525"/>
                </a:solidFill>
                <a:latin typeface="Source Sans Pro" pitchFamily="34" charset="0"/>
                <a:ea typeface="Source Sans Pro" pitchFamily="34" charset="-122"/>
                <a:cs typeface="Source Sans Pro" pitchFamily="34" charset="-120"/>
              </a:rPr>
              <a:t>DR cases.</a:t>
            </a:r>
          </a:p>
          <a:p>
            <a:pPr marL="342900" indent="-342900" algn="l">
              <a:lnSpc>
                <a:spcPts val="3000"/>
              </a:lnSpc>
              <a:buFont typeface="Arial" panose="020B0604020202020204" pitchFamily="34" charset="0"/>
              <a:buChar char="•"/>
            </a:pPr>
            <a:r>
              <a:rPr lang="en-US" sz="1850" b="1" kern="0" spc="-38" dirty="0">
                <a:solidFill>
                  <a:srgbClr val="272525"/>
                </a:solidFill>
                <a:latin typeface="Source Sans Pro" pitchFamily="34" charset="0"/>
                <a:ea typeface="Source Sans Pro" pitchFamily="34" charset="-122"/>
                <a:cs typeface="Source Sans Pro" pitchFamily="34" charset="-120"/>
              </a:rPr>
              <a:t>True negative(TN):</a:t>
            </a:r>
            <a:r>
              <a:rPr lang="en-US" sz="1850" kern="0" spc="-38" dirty="0">
                <a:solidFill>
                  <a:srgbClr val="272525"/>
                </a:solidFill>
                <a:latin typeface="Source Sans Pro" pitchFamily="34" charset="0"/>
                <a:ea typeface="Source Sans Pro" pitchFamily="34" charset="-122"/>
                <a:cs typeface="Source Sans Pro" pitchFamily="34" charset="-120"/>
              </a:rPr>
              <a:t>correctly identified </a:t>
            </a:r>
          </a:p>
          <a:p>
            <a:pPr marL="342900" indent="-342900" algn="l">
              <a:lnSpc>
                <a:spcPts val="3000"/>
              </a:lnSpc>
              <a:buFont typeface="Arial" panose="020B0604020202020204" pitchFamily="34" charset="0"/>
              <a:buChar char="•"/>
            </a:pPr>
            <a:r>
              <a:rPr lang="en-US" sz="1850" kern="0" spc="-38" dirty="0">
                <a:solidFill>
                  <a:srgbClr val="272525"/>
                </a:solidFill>
                <a:latin typeface="Source Sans Pro" pitchFamily="34" charset="0"/>
                <a:ea typeface="Source Sans Pro" pitchFamily="34" charset="-122"/>
                <a:cs typeface="Source Sans Pro" pitchFamily="34" charset="-120"/>
              </a:rPr>
              <a:t>normal cases.</a:t>
            </a:r>
          </a:p>
          <a:p>
            <a:pPr marL="342900" indent="-342900" algn="l">
              <a:lnSpc>
                <a:spcPts val="3000"/>
              </a:lnSpc>
              <a:buFont typeface="Arial" panose="020B0604020202020204" pitchFamily="34" charset="0"/>
              <a:buChar char="•"/>
            </a:pPr>
            <a:r>
              <a:rPr lang="en-US" sz="1850" b="1" kern="0" spc="-38" dirty="0">
                <a:solidFill>
                  <a:srgbClr val="272525"/>
                </a:solidFill>
                <a:latin typeface="Source Sans Pro" pitchFamily="34" charset="0"/>
                <a:ea typeface="Source Sans Pro" pitchFamily="34" charset="-122"/>
                <a:cs typeface="Source Sans Pro" pitchFamily="34" charset="-120"/>
              </a:rPr>
              <a:t>False positive(FP):</a:t>
            </a:r>
            <a:r>
              <a:rPr lang="en-US" sz="1850" kern="0" spc="-38" dirty="0">
                <a:solidFill>
                  <a:srgbClr val="272525"/>
                </a:solidFill>
                <a:latin typeface="Source Sans Pro" pitchFamily="34" charset="0"/>
                <a:ea typeface="Source Sans Pro" pitchFamily="34" charset="-122"/>
                <a:cs typeface="Source Sans Pro" pitchFamily="34" charset="-120"/>
              </a:rPr>
              <a:t>incorrectly identified</a:t>
            </a:r>
          </a:p>
          <a:p>
            <a:pPr marL="342900" indent="-342900" algn="l">
              <a:lnSpc>
                <a:spcPts val="3000"/>
              </a:lnSpc>
              <a:buFont typeface="Arial" panose="020B0604020202020204" pitchFamily="34" charset="0"/>
              <a:buChar char="•"/>
            </a:pPr>
            <a:r>
              <a:rPr lang="en-US" sz="1850" kern="0" spc="-38" dirty="0">
                <a:solidFill>
                  <a:srgbClr val="272525"/>
                </a:solidFill>
                <a:latin typeface="Source Sans Pro" pitchFamily="34" charset="0"/>
                <a:ea typeface="Source Sans Pro" pitchFamily="34" charset="-122"/>
                <a:cs typeface="Source Sans Pro" pitchFamily="34" charset="-120"/>
              </a:rPr>
              <a:t> normal cases as DR.</a:t>
            </a:r>
          </a:p>
          <a:p>
            <a:pPr marL="342900" indent="-342900" algn="l">
              <a:lnSpc>
                <a:spcPts val="3000"/>
              </a:lnSpc>
              <a:buFont typeface="Arial" panose="020B0604020202020204" pitchFamily="34" charset="0"/>
              <a:buChar char="•"/>
            </a:pPr>
            <a:r>
              <a:rPr lang="en-US" sz="1850" b="1" kern="0" spc="-38" dirty="0">
                <a:solidFill>
                  <a:srgbClr val="272525"/>
                </a:solidFill>
                <a:latin typeface="Source Sans Pro" pitchFamily="34" charset="0"/>
                <a:ea typeface="Source Sans Pro" pitchFamily="34" charset="-122"/>
                <a:cs typeface="Source Sans Pro" pitchFamily="34" charset="-120"/>
              </a:rPr>
              <a:t>False negative(FN):</a:t>
            </a:r>
            <a:r>
              <a:rPr lang="en-US" sz="1850" kern="0" spc="-38" dirty="0">
                <a:solidFill>
                  <a:srgbClr val="272525"/>
                </a:solidFill>
                <a:latin typeface="Source Sans Pro" pitchFamily="34" charset="0"/>
                <a:ea typeface="Source Sans Pro" pitchFamily="34" charset="-122"/>
                <a:cs typeface="Source Sans Pro" pitchFamily="34" charset="-120"/>
              </a:rPr>
              <a:t>missed DR cases.</a:t>
            </a:r>
          </a:p>
          <a:p>
            <a:pPr marL="342900" indent="-342900" algn="l">
              <a:lnSpc>
                <a:spcPts val="3000"/>
              </a:lnSpc>
              <a:buFont typeface="Arial" panose="020B0604020202020204" pitchFamily="34" charset="0"/>
              <a:buChar char="•"/>
            </a:pPr>
            <a:endParaRPr lang="en-US" sz="1850" kern="0" spc="-38" dirty="0">
              <a:solidFill>
                <a:srgbClr val="272525"/>
              </a:solidFill>
              <a:latin typeface="Source Sans Pro" pitchFamily="34" charset="0"/>
              <a:ea typeface="Source Sans Pro" pitchFamily="34" charset="-122"/>
              <a:cs typeface="Source Sans Pro" pitchFamily="34" charset="-120"/>
            </a:endParaRPr>
          </a:p>
          <a:p>
            <a:pPr marL="0" indent="0" algn="l">
              <a:lnSpc>
                <a:spcPts val="3000"/>
              </a:lnSpc>
              <a:buNone/>
            </a:pPr>
            <a:endParaRPr lang="en-US" sz="1850" kern="0" spc="-38" dirty="0">
              <a:solidFill>
                <a:srgbClr val="272525"/>
              </a:solidFill>
              <a:latin typeface="Source Sans Pro" pitchFamily="34" charset="0"/>
              <a:ea typeface="Source Sans Pro" pitchFamily="34" charset="-122"/>
            </a:endParaRPr>
          </a:p>
        </p:txBody>
      </p:sp>
    </p:spTree>
    <p:extLst>
      <p:ext uri="{BB962C8B-B14F-4D97-AF65-F5344CB8AC3E}">
        <p14:creationId xmlns:p14="http://schemas.microsoft.com/office/powerpoint/2010/main" val="70483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9F20-7FE0-9464-CC8C-AAB74EE175D5}"/>
              </a:ext>
            </a:extLst>
          </p:cNvPr>
          <p:cNvSpPr>
            <a:spLocks noGrp="1"/>
          </p:cNvSpPr>
          <p:nvPr>
            <p:ph type="title"/>
          </p:nvPr>
        </p:nvSpPr>
        <p:spPr>
          <a:xfrm>
            <a:off x="4901939" y="190422"/>
            <a:ext cx="7183224" cy="1430988"/>
          </a:xfrm>
        </p:spPr>
        <p:txBody>
          <a:bodyPr>
            <a:normAutofit/>
          </a:bodyPr>
          <a:lstStyle/>
          <a:p>
            <a:r>
              <a:rPr lang="en-US" sz="4000" dirty="0"/>
              <a:t>Challenges and future scope</a:t>
            </a:r>
          </a:p>
        </p:txBody>
      </p:sp>
      <p:sp>
        <p:nvSpPr>
          <p:cNvPr id="4" name="Content Placeholder 3">
            <a:extLst>
              <a:ext uri="{FF2B5EF4-FFF2-40B4-BE49-F238E27FC236}">
                <a16:creationId xmlns:a16="http://schemas.microsoft.com/office/drawing/2014/main" id="{A8072345-EDED-4266-CFF8-650FF0BB1E47}"/>
              </a:ext>
            </a:extLst>
          </p:cNvPr>
          <p:cNvSpPr>
            <a:spLocks noGrp="1"/>
          </p:cNvSpPr>
          <p:nvPr>
            <p:ph sz="quarter" idx="14"/>
          </p:nvPr>
        </p:nvSpPr>
        <p:spPr>
          <a:xfrm>
            <a:off x="5124157" y="1715678"/>
            <a:ext cx="6071616" cy="4489704"/>
          </a:xfrm>
        </p:spPr>
        <p:txBody>
          <a:bodyPr>
            <a:normAutofit/>
          </a:bodyPr>
          <a:lstStyle/>
          <a:p>
            <a:pPr marL="0" indent="0">
              <a:buNone/>
            </a:pPr>
            <a:r>
              <a:rPr lang="en-US" sz="2800" b="1" dirty="0"/>
              <a:t>Challenges:</a:t>
            </a:r>
          </a:p>
          <a:p>
            <a:pPr marL="0" indent="0">
              <a:buNone/>
            </a:pPr>
            <a:r>
              <a:rPr lang="en-US" sz="2000" dirty="0"/>
              <a:t>Data quality: Ensuring high-quality images and accurate labels.</a:t>
            </a:r>
          </a:p>
          <a:p>
            <a:pPr marL="0" indent="0">
              <a:buNone/>
            </a:pPr>
            <a:r>
              <a:rPr lang="en-US" sz="2000" dirty="0" err="1"/>
              <a:t>Variabilty</a:t>
            </a:r>
            <a:r>
              <a:rPr lang="en-US" sz="2000" dirty="0"/>
              <a:t> : Accounting for difference in image quality, lighting, and patient demographics.</a:t>
            </a:r>
          </a:p>
          <a:p>
            <a:pPr marL="0" indent="0">
              <a:buNone/>
            </a:pPr>
            <a:r>
              <a:rPr lang="en-US" sz="2000" dirty="0"/>
              <a:t>Class imbalance: Dealing with unequal numbers of positive and negative cases.</a:t>
            </a:r>
          </a:p>
          <a:p>
            <a:pPr marL="0" indent="0">
              <a:buNone/>
            </a:pPr>
            <a:r>
              <a:rPr lang="en-US" sz="2000" dirty="0"/>
              <a:t>Explainability: understanding how models make predictions.</a:t>
            </a:r>
          </a:p>
          <a:p>
            <a:pPr marL="0" indent="0">
              <a:buNone/>
            </a:pPr>
            <a:endParaRPr lang="en-US" sz="2800" dirty="0"/>
          </a:p>
        </p:txBody>
      </p:sp>
      <p:sp>
        <p:nvSpPr>
          <p:cNvPr id="5" name="Picture Placeholder 4">
            <a:extLst>
              <a:ext uri="{FF2B5EF4-FFF2-40B4-BE49-F238E27FC236}">
                <a16:creationId xmlns:a16="http://schemas.microsoft.com/office/drawing/2014/main" id="{1CCE410F-7845-C957-F291-EDEE744108FC}"/>
              </a:ext>
            </a:extLst>
          </p:cNvPr>
          <p:cNvSpPr>
            <a:spLocks noGrp="1"/>
          </p:cNvSpPr>
          <p:nvPr>
            <p:ph type="pic" sz="quarter" idx="13"/>
          </p:nvPr>
        </p:nvSpPr>
        <p:spPr/>
      </p:sp>
      <p:pic>
        <p:nvPicPr>
          <p:cNvPr id="7" name="Image 0" descr="preencoded.png">
            <a:extLst>
              <a:ext uri="{FF2B5EF4-FFF2-40B4-BE49-F238E27FC236}">
                <a16:creationId xmlns:a16="http://schemas.microsoft.com/office/drawing/2014/main" id="{50239233-9484-D853-9F31-14610EED8C1E}"/>
              </a:ext>
            </a:extLst>
          </p:cNvPr>
          <p:cNvPicPr>
            <a:picLocks noChangeAspect="1"/>
          </p:cNvPicPr>
          <p:nvPr/>
        </p:nvPicPr>
        <p:blipFill>
          <a:blip r:embed="rId3"/>
          <a:stretch>
            <a:fillRect/>
          </a:stretch>
        </p:blipFill>
        <p:spPr>
          <a:xfrm>
            <a:off x="0" y="0"/>
            <a:ext cx="4793884" cy="6391657"/>
          </a:xfrm>
          <a:prstGeom prst="rect">
            <a:avLst/>
          </a:prstGeom>
        </p:spPr>
      </p:pic>
    </p:spTree>
    <p:extLst>
      <p:ext uri="{BB962C8B-B14F-4D97-AF65-F5344CB8AC3E}">
        <p14:creationId xmlns:p14="http://schemas.microsoft.com/office/powerpoint/2010/main" val="1941379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4CC26-93FA-747D-797E-86517D360FAC}"/>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A2C67140-9B50-5A8B-5A96-A3947CB54604}"/>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EE2212F1-A8E8-E1BE-E095-B8D0D4523769}"/>
              </a:ext>
            </a:extLst>
          </p:cNvPr>
          <p:cNvSpPr>
            <a:spLocks noGrp="1"/>
          </p:cNvSpPr>
          <p:nvPr>
            <p:ph type="sldNum" sz="quarter" idx="12"/>
          </p:nvPr>
        </p:nvSpPr>
        <p:spPr/>
        <p:txBody>
          <a:bodyPr/>
          <a:lstStyle/>
          <a:p>
            <a:fld id="{CC057153-B650-4DEB-B370-79DDCFDCE934}" type="slidenum">
              <a:rPr lang="en-US" smtClean="0"/>
              <a:t>16</a:t>
            </a:fld>
            <a:endParaRPr lang="en-US" dirty="0"/>
          </a:p>
        </p:txBody>
      </p:sp>
      <p:sp>
        <p:nvSpPr>
          <p:cNvPr id="5" name="TextBox 4">
            <a:extLst>
              <a:ext uri="{FF2B5EF4-FFF2-40B4-BE49-F238E27FC236}">
                <a16:creationId xmlns:a16="http://schemas.microsoft.com/office/drawing/2014/main" id="{EF587207-D996-223F-7279-D34A975E3ED1}"/>
              </a:ext>
            </a:extLst>
          </p:cNvPr>
          <p:cNvSpPr txBox="1"/>
          <p:nvPr/>
        </p:nvSpPr>
        <p:spPr>
          <a:xfrm>
            <a:off x="927851" y="850923"/>
            <a:ext cx="10493916" cy="4862870"/>
          </a:xfrm>
          <a:prstGeom prst="rect">
            <a:avLst/>
          </a:prstGeom>
          <a:noFill/>
        </p:spPr>
        <p:txBody>
          <a:bodyPr wrap="square" rtlCol="0">
            <a:spAutoFit/>
          </a:bodyPr>
          <a:lstStyle/>
          <a:p>
            <a:r>
              <a:rPr lang="en-IN" sz="5400" b="1" dirty="0"/>
              <a:t>Future scope:</a:t>
            </a:r>
          </a:p>
          <a:p>
            <a:pPr marL="457200" indent="-457200">
              <a:buFont typeface="Arial" panose="020B0604020202020204" pitchFamily="34" charset="0"/>
              <a:buChar char="•"/>
            </a:pPr>
            <a:r>
              <a:rPr lang="en-IN" sz="3200" b="1" dirty="0"/>
              <a:t>Improved accuracy: </a:t>
            </a:r>
            <a:r>
              <a:rPr lang="en-IN" sz="3200" dirty="0"/>
              <a:t>developing more accurate models.</a:t>
            </a:r>
          </a:p>
          <a:p>
            <a:pPr marL="457200" indent="-457200">
              <a:buFont typeface="Arial" panose="020B0604020202020204" pitchFamily="34" charset="0"/>
              <a:buChar char="•"/>
            </a:pPr>
            <a:r>
              <a:rPr lang="en-IN" sz="3200" b="1" dirty="0"/>
              <a:t>Integration with healthcare: </a:t>
            </a:r>
            <a:r>
              <a:rPr lang="en-IN" sz="3200" dirty="0"/>
              <a:t>Implementing models in clinical practice.</a:t>
            </a:r>
          </a:p>
          <a:p>
            <a:pPr marL="457200" indent="-457200">
              <a:buFont typeface="Arial" panose="020B0604020202020204" pitchFamily="34" charset="0"/>
              <a:buChar char="•"/>
            </a:pPr>
            <a:r>
              <a:rPr lang="en-IN" sz="3200" b="1" dirty="0"/>
              <a:t>Early detection: </a:t>
            </a:r>
            <a:r>
              <a:rPr lang="en-IN" sz="3200" dirty="0"/>
              <a:t>Detecting retinopathy at earlier stages.</a:t>
            </a:r>
          </a:p>
          <a:p>
            <a:pPr marL="457200" indent="-457200">
              <a:buFont typeface="Arial" panose="020B0604020202020204" pitchFamily="34" charset="0"/>
              <a:buChar char="•"/>
            </a:pPr>
            <a:r>
              <a:rPr lang="en-IN" sz="3200" b="1" dirty="0"/>
              <a:t>Expanding applications: </a:t>
            </a:r>
            <a:r>
              <a:rPr lang="en-IN" sz="3200" dirty="0"/>
              <a:t>Applying machine learning to other eye diseases</a:t>
            </a:r>
            <a:r>
              <a:rPr lang="en-IN" sz="2000" dirty="0"/>
              <a:t>.   </a:t>
            </a:r>
            <a:endParaRPr lang="en-IN" dirty="0"/>
          </a:p>
        </p:txBody>
      </p:sp>
    </p:spTree>
    <p:extLst>
      <p:ext uri="{BB962C8B-B14F-4D97-AF65-F5344CB8AC3E}">
        <p14:creationId xmlns:p14="http://schemas.microsoft.com/office/powerpoint/2010/main" val="2483434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70D865-B42E-C602-DFF4-7E893745CB25}"/>
              </a:ext>
            </a:extLst>
          </p:cNvPr>
          <p:cNvSpPr>
            <a:spLocks noGrp="1"/>
          </p:cNvSpPr>
          <p:nvPr>
            <p:ph type="dt" sz="half" idx="10"/>
          </p:nvPr>
        </p:nvSpPr>
        <p:spPr/>
        <p:txBody>
          <a:bodyPr/>
          <a:lstStyle/>
          <a:p>
            <a:fld id="{4A0EA346-764B-44DA-8C93-A7D29299413F}" type="datetime2">
              <a:rPr lang="en-US" smtClean="0"/>
              <a:t>Tuesday, May 13, 2025</a:t>
            </a:fld>
            <a:endParaRPr lang="en-US" dirty="0"/>
          </a:p>
        </p:txBody>
      </p:sp>
      <p:sp>
        <p:nvSpPr>
          <p:cNvPr id="3" name="Footer Placeholder 2">
            <a:extLst>
              <a:ext uri="{FF2B5EF4-FFF2-40B4-BE49-F238E27FC236}">
                <a16:creationId xmlns:a16="http://schemas.microsoft.com/office/drawing/2014/main" id="{810B13B8-7010-ED22-F969-974CFAFA5D22}"/>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6EDCAE6A-0642-2BBD-BF03-C7EB9A831A01}"/>
              </a:ext>
            </a:extLst>
          </p:cNvPr>
          <p:cNvSpPr>
            <a:spLocks noGrp="1"/>
          </p:cNvSpPr>
          <p:nvPr>
            <p:ph type="sldNum" sz="quarter" idx="12"/>
          </p:nvPr>
        </p:nvSpPr>
        <p:spPr/>
        <p:txBody>
          <a:bodyPr/>
          <a:lstStyle/>
          <a:p>
            <a:fld id="{CC057153-B650-4DEB-B370-79DDCFDCE934}" type="slidenum">
              <a:rPr lang="en-US" smtClean="0"/>
              <a:t>17</a:t>
            </a:fld>
            <a:endParaRPr lang="en-US" dirty="0"/>
          </a:p>
        </p:txBody>
      </p:sp>
      <p:sp>
        <p:nvSpPr>
          <p:cNvPr id="13" name="TextBox 12">
            <a:extLst>
              <a:ext uri="{FF2B5EF4-FFF2-40B4-BE49-F238E27FC236}">
                <a16:creationId xmlns:a16="http://schemas.microsoft.com/office/drawing/2014/main" id="{2214C543-910B-C005-169A-5D8412FAB2A8}"/>
              </a:ext>
            </a:extLst>
          </p:cNvPr>
          <p:cNvSpPr txBox="1"/>
          <p:nvPr/>
        </p:nvSpPr>
        <p:spPr>
          <a:xfrm>
            <a:off x="606458" y="1555593"/>
            <a:ext cx="11527536" cy="2646878"/>
          </a:xfrm>
          <a:prstGeom prst="rect">
            <a:avLst/>
          </a:prstGeom>
          <a:noFill/>
        </p:spPr>
        <p:txBody>
          <a:bodyPr wrap="square" rtlCol="0">
            <a:spAutoFit/>
          </a:bodyPr>
          <a:lstStyle/>
          <a:p>
            <a:r>
              <a:rPr lang="en-IN" sz="16600" b="1" dirty="0">
                <a:solidFill>
                  <a:schemeClr val="accent1">
                    <a:lumMod val="40000"/>
                    <a:lumOff val="60000"/>
                  </a:schemeClr>
                </a:solidFill>
                <a:latin typeface="Arial Rounded MT Bold" panose="020F0704030504030204" pitchFamily="34" charset="0"/>
              </a:rPr>
              <a:t>Thank you</a:t>
            </a:r>
          </a:p>
        </p:txBody>
      </p:sp>
    </p:spTree>
    <p:extLst>
      <p:ext uri="{BB962C8B-B14F-4D97-AF65-F5344CB8AC3E}">
        <p14:creationId xmlns:p14="http://schemas.microsoft.com/office/powerpoint/2010/main" val="3908534547"/>
      </p:ext>
    </p:extLst>
  </p:cSld>
  <p:clrMapOvr>
    <a:masterClrMapping/>
  </p:clrMapOvr>
</p:sld>
</file>

<file path=ppt/theme/theme1.xml><?xml version="1.0" encoding="utf-8"?>
<a:theme xmlns:a="http://schemas.openxmlformats.org/drawingml/2006/main" name="GradientRiseVTI">
  <a:themeElements>
    <a:clrScheme name="Gradient 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Custom 3">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Rise_win32_LW_V3" id="{060BF675-623B-4975-8205-8644AD13F33D}" vid="{A2D528C3-6D48-4733-B859-7F3209740C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77CFEB-0A92-43DD-ABAD-92AA8C29925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2D5D6BE-B31C-4D4F-863C-10E37FEC8104}">
  <ds:schemaRefs>
    <ds:schemaRef ds:uri="http://schemas.microsoft.com/sharepoint/v3/contenttype/forms"/>
  </ds:schemaRefs>
</ds:datastoreItem>
</file>

<file path=customXml/itemProps3.xml><?xml version="1.0" encoding="utf-8"?>
<ds:datastoreItem xmlns:ds="http://schemas.openxmlformats.org/officeDocument/2006/customXml" ds:itemID="{00E96684-F583-41F1-801F-DC5864A905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Gradient rise design</Template>
  <TotalTime>565</TotalTime>
  <Words>1012</Words>
  <Application>Microsoft Office PowerPoint</Application>
  <PresentationFormat>Widescreen</PresentationFormat>
  <Paragraphs>131</Paragraphs>
  <Slides>17</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SimSun-ExtB</vt:lpstr>
      <vt:lpstr>Aptos</vt:lpstr>
      <vt:lpstr>Arial</vt:lpstr>
      <vt:lpstr>Arial Rounded MT Bold</vt:lpstr>
      <vt:lpstr>Avenir Next LT Pro</vt:lpstr>
      <vt:lpstr>Avenir Next LT Pro Light</vt:lpstr>
      <vt:lpstr>Lora</vt:lpstr>
      <vt:lpstr>Neue Haas Grotesk Text Pro</vt:lpstr>
      <vt:lpstr>Source Sans Pro</vt:lpstr>
      <vt:lpstr>Source Serif Pro Semi Bold</vt:lpstr>
      <vt:lpstr>Times New Roman</vt:lpstr>
      <vt:lpstr>GradientRiseVTI</vt:lpstr>
      <vt:lpstr>Retinopathy detection using machine learning.</vt:lpstr>
      <vt:lpstr>content</vt:lpstr>
      <vt:lpstr>Introduction</vt:lpstr>
      <vt:lpstr>PowerPoint Presentation</vt:lpstr>
      <vt:lpstr>Understanding diabetic retinopathy</vt:lpstr>
      <vt:lpstr>PowerPoint Presentation</vt:lpstr>
      <vt:lpstr>PowerPoint Presentation</vt:lpstr>
      <vt:lpstr>CONVOLUTIONAL NEURAL NETWORKS (CNN) A Convolutional Neural Network (CNN) is a deep learning architecture designed for image processing and feature extraction, making it highly effective for retinopathy detection. In this project, CNNs analyze retinal fundus images to identify key patterns associated with diabetic retinopathy (DR), such as microaneurysms, hemorrhages, and exudates. The extracted features help classify the severity of DR, aiding in early diagnosis and treatment. </vt:lpstr>
      <vt:lpstr>PowerPoint Presentation</vt:lpstr>
      <vt:lpstr>PowerPoint Presentation</vt:lpstr>
      <vt:lpstr>PowerPoint Presentation</vt:lpstr>
      <vt:lpstr>PowerPoint Presentation</vt:lpstr>
      <vt:lpstr>PowerPoint Presentation</vt:lpstr>
      <vt:lpstr>PowerPoint Presentation</vt:lpstr>
      <vt:lpstr>Challenges and future scope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Robinson Dodmani</dc:creator>
  <cp:lastModifiedBy>Robinson Dodmani</cp:lastModifiedBy>
  <cp:revision>12</cp:revision>
  <dcterms:created xsi:type="dcterms:W3CDTF">2025-05-10T05:30:02Z</dcterms:created>
  <dcterms:modified xsi:type="dcterms:W3CDTF">2025-05-13T18:52:19Z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